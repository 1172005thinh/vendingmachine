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A540-C9B1-2EFC-5991-99F133CCC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6FA5E-0ADA-E64D-AB6D-A1371C8B3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BB9F-35CC-E360-230B-EBC30784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A977D-BF87-C961-7576-B19927FC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E8845-92BE-6A96-085B-9EEA8B34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3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EC27-5494-11F2-DF22-DAFB8CEF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0AA21-B707-3739-1CFF-795F9290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7F94B-9E81-086D-7F5C-E8285A32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5B0C7-6C15-2313-4146-F4230C0B5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3330-1BD4-D81F-4C3F-2D41DC0E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9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9F31-4C1E-95CB-8B6B-2966B9FF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4EF10-1A6B-B3B1-385E-138E3BAB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B8F69-4BE3-17E9-CD47-BF425F3D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BBEA8-B786-E877-B80E-13990B7D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0C2E-3060-9001-BDF2-3EA2C32A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9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4909-8AB1-8548-62B0-A86D4DFE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353CC-3CB8-8276-ED0E-F0BB9F6B6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9D5F2-C35C-3558-11D3-101AF57FE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CCD73-565E-0BC5-F69E-6944EFBE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37DC7-C62F-1D0F-CA7E-45276E17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41799-A9BB-1B42-E374-ECBFD807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1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4D47-AE90-E14E-A767-BB3EF98B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CC6EC-386F-A548-4707-45B5F33F4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5AF19-7677-AF8E-315A-F567EC476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165C-F884-05DC-7075-FB1F3E5E5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0AC35-6681-3188-B73B-B6B9BB639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CF35F-789A-66F8-00A9-4A4FFF1A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A5CB0-16CD-F8DA-923F-0D106A14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D817E2-E9DE-0A6D-C235-8DF95381F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1DD7-1679-58AE-178A-3967AE54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D16EE-90CC-A9A1-AEB0-73BE3E25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EFE50-AE4A-0149-508D-04CCD596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802D6-C0D9-B184-C1EB-507B3EB8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3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D0555-6CEE-3569-97E0-3282A137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963B8-A2F3-8D37-AE65-CD5D2282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80654-C364-A342-4F3A-E9EAD9A2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9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A9E6-A97D-9118-5B5D-CB778EA2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E2DE-18D8-0D29-6134-E0B7B592B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35585-16C7-CAC3-5C4E-F713645AA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2421A-F3E3-2CF9-F130-8379CA48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24E2F-8581-6C0B-667E-A1AFD9B8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BAB9C-78EF-B896-DEFC-18D03B4B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2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D353-14BB-09A0-B8A9-21B79B06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EDC08-BE03-2C51-62B4-001F1FC4E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B4482-6743-C888-1A58-0E7C208EA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71EE0-1CBC-7CC5-DCA8-0D36F898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948E6-EB2E-64CF-8527-EA4A4E2B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C75DA-58C2-BD78-7ECE-61AF1C5E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A796-B59B-F013-C59B-60DC3782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DFF1F-383F-F902-DFCF-4323E71B2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2E60B-504C-E56E-74AC-AE0EBC84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3E187-DD84-0201-747C-59D34433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D5ED3-4F69-900F-205E-6D750F7D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0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E8A14-0439-332C-AA7E-22AEF82EC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8B11F-9F3D-6B81-2A55-B9BD88E53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054C5-A407-AF7A-ECF1-138D8120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9F272-707C-E143-E903-C163DF52A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CC1B8-65EC-85FB-F216-356B7DB3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A74B2-89E7-9943-4E47-1C641FD3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44BB4-12FA-385F-57BE-18D5D7465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2E698-B29A-A8CB-3A66-90CE8F770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1438B-4A2A-4BC9-83FF-23EF0A49F72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35E29-69B5-DBF8-8B5E-38E6171B4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50BF-2C6D-AA31-256F-DE31B2232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13F3D-ADDE-48F2-91EC-D431EEBC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6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AD05A4-852A-78D3-1566-E2B9CE32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855" y="0"/>
            <a:ext cx="38842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7E52D9-DE45-034B-40E3-86158005123B}"/>
              </a:ext>
            </a:extLst>
          </p:cNvPr>
          <p:cNvSpPr txBox="1"/>
          <p:nvPr/>
        </p:nvSpPr>
        <p:spPr>
          <a:xfrm>
            <a:off x="6556248" y="3361754"/>
            <a:ext cx="1411415" cy="370284"/>
          </a:xfrm>
          <a:prstGeom prst="roundRect">
            <a:avLst>
              <a:gd name="adj" fmla="val 30094"/>
            </a:avLst>
          </a:prstGeom>
          <a:solidFill>
            <a:srgbClr val="002060">
              <a:alpha val="60000"/>
            </a:srgb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LCD_1602_5V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F08B1-00FC-FFD6-8355-1190CAEFEDBC}"/>
              </a:ext>
            </a:extLst>
          </p:cNvPr>
          <p:cNvSpPr txBox="1"/>
          <p:nvPr/>
        </p:nvSpPr>
        <p:spPr>
          <a:xfrm>
            <a:off x="6379464" y="4455986"/>
            <a:ext cx="1411415" cy="370284"/>
          </a:xfrm>
          <a:prstGeom prst="roundRect">
            <a:avLst>
              <a:gd name="adj" fmla="val 30094"/>
            </a:avLst>
          </a:pr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HC_SR04_5V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F69FD-B9BF-C2CB-70EB-421075E113CB}"/>
              </a:ext>
            </a:extLst>
          </p:cNvPr>
          <p:cNvSpPr txBox="1"/>
          <p:nvPr/>
        </p:nvSpPr>
        <p:spPr>
          <a:xfrm>
            <a:off x="6409566" y="948619"/>
            <a:ext cx="1558097" cy="370284"/>
          </a:xfrm>
          <a:prstGeom prst="roundRect">
            <a:avLst>
              <a:gd name="adj" fmla="val 30094"/>
            </a:avLst>
          </a:prstGeom>
          <a:solidFill>
            <a:schemeClr val="tx1">
              <a:lumMod val="75000"/>
              <a:lumOff val="25000"/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16c_keyboard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28E5E-F11E-9A7D-C0C7-4CD829C0D98E}"/>
              </a:ext>
            </a:extLst>
          </p:cNvPr>
          <p:cNvSpPr txBox="1"/>
          <p:nvPr/>
        </p:nvSpPr>
        <p:spPr>
          <a:xfrm>
            <a:off x="6482906" y="2402014"/>
            <a:ext cx="1411415" cy="370284"/>
          </a:xfrm>
          <a:prstGeom prst="roundRect">
            <a:avLst>
              <a:gd name="adj" fmla="val 30094"/>
            </a:avLst>
          </a:prstGeom>
          <a:solidFill>
            <a:schemeClr val="accent1"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Blue_pill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C39B7-FF09-65D7-F30F-7B6DD70D285A}"/>
              </a:ext>
            </a:extLst>
          </p:cNvPr>
          <p:cNvSpPr txBox="1"/>
          <p:nvPr/>
        </p:nvSpPr>
        <p:spPr>
          <a:xfrm>
            <a:off x="4266632" y="3889058"/>
            <a:ext cx="1411415" cy="370284"/>
          </a:xfrm>
          <a:prstGeom prst="roundRect">
            <a:avLst>
              <a:gd name="adj" fmla="val 30094"/>
            </a:avLst>
          </a:prstGeom>
          <a:gradFill flip="none" rotWithShape="1">
            <a:gsLst>
              <a:gs pos="50000">
                <a:schemeClr val="bg1">
                  <a:alpha val="60000"/>
                </a:schemeClr>
              </a:gs>
              <a:gs pos="0">
                <a:srgbClr val="C00000">
                  <a:alpha val="60000"/>
                </a:srgbClr>
              </a:gs>
              <a:gs pos="100000">
                <a:srgbClr val="0070C0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Breadboard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2E78EE-C983-2914-F3FE-E4E7E9F59A61}"/>
              </a:ext>
            </a:extLst>
          </p:cNvPr>
          <p:cNvSpPr txBox="1"/>
          <p:nvPr/>
        </p:nvSpPr>
        <p:spPr>
          <a:xfrm>
            <a:off x="4203861" y="100775"/>
            <a:ext cx="1295969" cy="370284"/>
          </a:xfrm>
          <a:prstGeom prst="roundRect">
            <a:avLst>
              <a:gd name="adj" fmla="val 30094"/>
            </a:avLst>
          </a:prstGeom>
          <a:solidFill>
            <a:srgbClr val="FFC000">
              <a:alpha val="60000"/>
            </a:srgb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ST-Link_V2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80E9863-0E0B-EE5F-1B13-A566519436D9}"/>
              </a:ext>
            </a:extLst>
          </p:cNvPr>
          <p:cNvSpPr/>
          <p:nvPr/>
        </p:nvSpPr>
        <p:spPr>
          <a:xfrm>
            <a:off x="4404839" y="4689815"/>
            <a:ext cx="3052758" cy="2168185"/>
          </a:xfrm>
          <a:prstGeom prst="triangle">
            <a:avLst>
              <a:gd name="adj" fmla="val 45764"/>
            </a:avLst>
          </a:prstGeom>
          <a:gradFill flip="none" rotWithShape="1">
            <a:gsLst>
              <a:gs pos="0">
                <a:schemeClr val="accent6">
                  <a:tint val="66000"/>
                  <a:satMod val="160000"/>
                  <a:alpha val="50000"/>
                </a:schemeClr>
              </a:gs>
              <a:gs pos="50000">
                <a:schemeClr val="accent6">
                  <a:tint val="44500"/>
                  <a:satMod val="160000"/>
                  <a:alpha val="20000"/>
                </a:schemeClr>
              </a:gs>
              <a:gs pos="100000">
                <a:schemeClr val="accent6">
                  <a:tint val="23500"/>
                  <a:satMod val="160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115A20D-66F2-047E-CBB5-C12D01B3F9A6}"/>
              </a:ext>
            </a:extLst>
          </p:cNvPr>
          <p:cNvSpPr/>
          <p:nvPr/>
        </p:nvSpPr>
        <p:spPr>
          <a:xfrm>
            <a:off x="4404839" y="4716826"/>
            <a:ext cx="3110791" cy="2209402"/>
          </a:xfrm>
          <a:prstGeom prst="triangle">
            <a:avLst>
              <a:gd name="adj" fmla="val 54876"/>
            </a:avLst>
          </a:prstGeom>
          <a:gradFill flip="none" rotWithShape="1">
            <a:gsLst>
              <a:gs pos="0">
                <a:schemeClr val="accent6">
                  <a:tint val="66000"/>
                  <a:satMod val="160000"/>
                  <a:alpha val="50000"/>
                </a:schemeClr>
              </a:gs>
              <a:gs pos="50000">
                <a:schemeClr val="accent6">
                  <a:tint val="44500"/>
                  <a:satMod val="160000"/>
                  <a:alpha val="20000"/>
                </a:schemeClr>
              </a:gs>
              <a:gs pos="100000">
                <a:schemeClr val="accent6">
                  <a:tint val="23500"/>
                  <a:satMod val="160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EBDE8-6314-F603-B7A9-008B10308AFB}"/>
              </a:ext>
            </a:extLst>
          </p:cNvPr>
          <p:cNvSpPr txBox="1"/>
          <p:nvPr/>
        </p:nvSpPr>
        <p:spPr>
          <a:xfrm rot="5400000">
            <a:off x="3861242" y="1224398"/>
            <a:ext cx="1125521" cy="314742"/>
          </a:xfrm>
          <a:prstGeom prst="roundRect">
            <a:avLst>
              <a:gd name="adj" fmla="val 30094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Adapter_5V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FAEE9A-24BA-8750-9C25-788FD1AC050B}"/>
              </a:ext>
            </a:extLst>
          </p:cNvPr>
          <p:cNvSpPr txBox="1"/>
          <p:nvPr/>
        </p:nvSpPr>
        <p:spPr>
          <a:xfrm>
            <a:off x="6692172" y="313688"/>
            <a:ext cx="508805" cy="314742"/>
          </a:xfrm>
          <a:prstGeom prst="roundRect">
            <a:avLst>
              <a:gd name="adj" fmla="val 30094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USB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1FA95-FC18-3F0F-A8D3-7505D147A0BB}"/>
              </a:ext>
            </a:extLst>
          </p:cNvPr>
          <p:cNvSpPr txBox="1"/>
          <p:nvPr/>
        </p:nvSpPr>
        <p:spPr>
          <a:xfrm>
            <a:off x="4820330" y="6203870"/>
            <a:ext cx="2279807" cy="518398"/>
          </a:xfrm>
          <a:prstGeom prst="roundRect">
            <a:avLst>
              <a:gd name="adj" fmla="val 30094"/>
            </a:avLst>
          </a:prstGeom>
          <a:noFill/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POWER_ON by coming close to the Vending Machine</a:t>
            </a:r>
          </a:p>
        </p:txBody>
      </p:sp>
    </p:spTree>
    <p:extLst>
      <p:ext uri="{BB962C8B-B14F-4D97-AF65-F5344CB8AC3E}">
        <p14:creationId xmlns:p14="http://schemas.microsoft.com/office/powerpoint/2010/main" val="60796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15795-B73C-0724-3CB0-0B5FD6CB6B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 rot="5400000">
            <a:off x="2667000" y="1500188"/>
            <a:ext cx="6858000" cy="3857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D06108-8CF1-FA00-EF43-AF005CD32750}"/>
              </a:ext>
            </a:extLst>
          </p:cNvPr>
          <p:cNvSpPr txBox="1"/>
          <p:nvPr/>
        </p:nvSpPr>
        <p:spPr>
          <a:xfrm>
            <a:off x="5033087" y="1812006"/>
            <a:ext cx="781778" cy="476726"/>
          </a:xfrm>
          <a:prstGeom prst="wedgeRoundRectCallout">
            <a:avLst>
              <a:gd name="adj1" fmla="val 19373"/>
              <a:gd name="adj2" fmla="val -72365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</a:p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DELETE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0D95E-AF33-6CA7-AB1E-56E2C339B86F}"/>
              </a:ext>
            </a:extLst>
          </p:cNvPr>
          <p:cNvSpPr txBox="1"/>
          <p:nvPr/>
        </p:nvSpPr>
        <p:spPr>
          <a:xfrm>
            <a:off x="6068137" y="1795303"/>
            <a:ext cx="781778" cy="476726"/>
          </a:xfrm>
          <a:prstGeom prst="wedgeRoundRectCallout">
            <a:avLst>
              <a:gd name="adj1" fmla="val -19006"/>
              <a:gd name="adj2" fmla="val -72424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E0164-B5E3-3AD7-8EE4-17ED30B2EEA7}"/>
              </a:ext>
            </a:extLst>
          </p:cNvPr>
          <p:cNvSpPr txBox="1"/>
          <p:nvPr/>
        </p:nvSpPr>
        <p:spPr>
          <a:xfrm>
            <a:off x="6937741" y="287083"/>
            <a:ext cx="694959" cy="289441"/>
          </a:xfrm>
          <a:prstGeom prst="wedgeRoundRectCallout">
            <a:avLst>
              <a:gd name="adj1" fmla="val -62636"/>
              <a:gd name="adj2" fmla="val -13189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EFF8F-9D0F-8823-FBD5-CBDBFD939E38}"/>
              </a:ext>
            </a:extLst>
          </p:cNvPr>
          <p:cNvSpPr txBox="1"/>
          <p:nvPr/>
        </p:nvSpPr>
        <p:spPr>
          <a:xfrm>
            <a:off x="6937739" y="685184"/>
            <a:ext cx="694959" cy="289441"/>
          </a:xfrm>
          <a:prstGeom prst="wedgeRoundRectCallout">
            <a:avLst>
              <a:gd name="adj1" fmla="val -66748"/>
              <a:gd name="adj2" fmla="val -1812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DOWN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FB033-6449-FDB1-06EA-0030A8DF9EB7}"/>
              </a:ext>
            </a:extLst>
          </p:cNvPr>
          <p:cNvSpPr txBox="1"/>
          <p:nvPr/>
        </p:nvSpPr>
        <p:spPr>
          <a:xfrm>
            <a:off x="6937740" y="1124464"/>
            <a:ext cx="694959" cy="289441"/>
          </a:xfrm>
          <a:prstGeom prst="wedgeRoundRectCallout">
            <a:avLst>
              <a:gd name="adj1" fmla="val -62636"/>
              <a:gd name="adj2" fmla="val -2635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LEFT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DA9AE9-8909-CA07-4B02-D3D9D7B2A1D6}"/>
              </a:ext>
            </a:extLst>
          </p:cNvPr>
          <p:cNvSpPr txBox="1"/>
          <p:nvPr/>
        </p:nvSpPr>
        <p:spPr>
          <a:xfrm>
            <a:off x="6937741" y="1522565"/>
            <a:ext cx="694959" cy="289441"/>
          </a:xfrm>
          <a:prstGeom prst="wedgeRoundRectCallout">
            <a:avLst>
              <a:gd name="adj1" fmla="val -66062"/>
              <a:gd name="adj2" fmla="val -29643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RIGHT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54875-77C7-1BB3-4E8B-B33016C8DAB7}"/>
              </a:ext>
            </a:extLst>
          </p:cNvPr>
          <p:cNvSpPr txBox="1"/>
          <p:nvPr/>
        </p:nvSpPr>
        <p:spPr>
          <a:xfrm>
            <a:off x="4235300" y="1256534"/>
            <a:ext cx="694959" cy="314742"/>
          </a:xfrm>
          <a:prstGeom prst="roundRect">
            <a:avLst>
              <a:gd name="adj" fmla="val 30094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6C98F4-6953-58A8-5FCF-1247067FB85C}"/>
              </a:ext>
            </a:extLst>
          </p:cNvPr>
          <p:cNvSpPr txBox="1"/>
          <p:nvPr/>
        </p:nvSpPr>
        <p:spPr>
          <a:xfrm>
            <a:off x="7016170" y="4177632"/>
            <a:ext cx="911289" cy="314742"/>
          </a:xfrm>
          <a:prstGeom prst="roundRect">
            <a:avLst>
              <a:gd name="adj" fmla="val 30094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MONITOR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7B4793-05CD-EC7B-91A0-546AFD5EEB02}"/>
              </a:ext>
            </a:extLst>
          </p:cNvPr>
          <p:cNvSpPr txBox="1"/>
          <p:nvPr/>
        </p:nvSpPr>
        <p:spPr>
          <a:xfrm>
            <a:off x="7016170" y="2365626"/>
            <a:ext cx="911289" cy="314742"/>
          </a:xfrm>
          <a:prstGeom prst="roundRect">
            <a:avLst>
              <a:gd name="adj" fmla="val 30094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KEYBOARD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E9D618-2D18-19A2-1930-4DCE63FA8F46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7471815" y="2680368"/>
            <a:ext cx="0" cy="1497264"/>
          </a:xfrm>
          <a:prstGeom prst="straightConnector1">
            <a:avLst/>
          </a:prstGeom>
          <a:ln w="76200" cap="rnd" cmpd="sng">
            <a:solidFill>
              <a:schemeClr val="bg1">
                <a:alpha val="60000"/>
              </a:schemeClr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58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41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Cascadia Code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1</cp:revision>
  <dcterms:created xsi:type="dcterms:W3CDTF">2025-12-17T01:42:55Z</dcterms:created>
  <dcterms:modified xsi:type="dcterms:W3CDTF">2025-12-17T03:30:50Z</dcterms:modified>
</cp:coreProperties>
</file>