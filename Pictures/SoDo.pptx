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7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0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94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871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417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327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602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616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05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314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889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1340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976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938B-D846-4AE8-A1C7-8FF36D305FF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7F84B-6799-4186-A873-59627EB50A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266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B5F8BC2A-79DF-BAD2-4047-D5C6EF71262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DC1D25-C2B5-AFC9-4E42-439324128EA5}"/>
              </a:ext>
            </a:extLst>
          </p:cNvPr>
          <p:cNvCxnSpPr>
            <a:cxnSpLocks/>
          </p:cNvCxnSpPr>
          <p:nvPr/>
        </p:nvCxnSpPr>
        <p:spPr>
          <a:xfrm>
            <a:off x="1242060" y="2555188"/>
            <a:ext cx="7787640" cy="0"/>
          </a:xfrm>
          <a:prstGeom prst="straightConnector1">
            <a:avLst/>
          </a:prstGeom>
          <a:ln w="1905000" cap="rnd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50000">
                  <a:srgbClr val="97BADB"/>
                </a:gs>
                <a:gs pos="100000">
                  <a:schemeClr val="bg1"/>
                </a:gs>
              </a:gsLst>
              <a:lin ang="10800000" scaled="1"/>
              <a:tileRect/>
            </a:gra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49D9D9-8EF4-E592-AFE2-CB72ADFB9E54}"/>
              </a:ext>
            </a:extLst>
          </p:cNvPr>
          <p:cNvSpPr txBox="1"/>
          <p:nvPr/>
        </p:nvSpPr>
        <p:spPr>
          <a:xfrm>
            <a:off x="306327" y="1620227"/>
            <a:ext cx="363432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gradFill flip="none" rotWithShape="1">
                  <a:gsLst>
                    <a:gs pos="100000">
                      <a:schemeClr val="accent5">
                        <a:lumMod val="75000"/>
                        <a:alpha val="50000"/>
                      </a:schemeClr>
                    </a:gs>
                    <a:gs pos="50000">
                      <a:srgbClr val="97BADB">
                        <a:alpha val="50000"/>
                      </a:srgbClr>
                    </a:gs>
                    <a:gs pos="0">
                      <a:schemeClr val="bg1">
                        <a:alpha val="50000"/>
                      </a:schemeClr>
                    </a:gs>
                  </a:gsLst>
                  <a:lin ang="0" scaled="1"/>
                  <a:tileRect/>
                </a:gradFill>
                <a:latin typeface="Impact" panose="020B0806030902050204" pitchFamily="34" charset="0"/>
              </a:rPr>
              <a:t>INPUT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59BE174-73F7-C3D4-3A9E-1F56D6EAD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536"/>
          <a:stretch>
            <a:fillRect/>
          </a:stretch>
        </p:blipFill>
        <p:spPr>
          <a:xfrm>
            <a:off x="5780580" y="1620227"/>
            <a:ext cx="3363420" cy="18655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9A8E2FF-97BF-0C69-95D8-535B1CB8125B}"/>
              </a:ext>
            </a:extLst>
          </p:cNvPr>
          <p:cNvSpPr txBox="1"/>
          <p:nvPr/>
        </p:nvSpPr>
        <p:spPr>
          <a:xfrm>
            <a:off x="3034225" y="5017100"/>
            <a:ext cx="33634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gradFill flip="none" rotWithShape="1">
                  <a:gsLst>
                    <a:gs pos="0">
                      <a:schemeClr val="accent5">
                        <a:lumMod val="75000"/>
                        <a:alpha val="50000"/>
                      </a:schemeClr>
                    </a:gs>
                    <a:gs pos="50000">
                      <a:srgbClr val="97BADB">
                        <a:alpha val="50000"/>
                      </a:srgbClr>
                    </a:gs>
                    <a:gs pos="100000">
                      <a:schemeClr val="bg1">
                        <a:alpha val="50000"/>
                      </a:schemeClr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POWER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19E397-8A39-3A46-402B-7C19DE86C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00" b="90000" l="10000" r="90000">
                        <a14:foregroundMark x1="34700" y1="30700" x2="40000" y2="34000"/>
                        <a14:foregroundMark x1="34000" y1="32900" x2="66700" y2="45400"/>
                        <a14:foregroundMark x1="66700" y1="45400" x2="70300" y2="42000"/>
                        <a14:foregroundMark x1="53300" y1="6700" x2="56700" y2="7700"/>
                        <a14:foregroundMark x1="54000" y1="42600" x2="24400" y2="76000"/>
                        <a14:foregroundMark x1="46300" y1="38900" x2="22300" y2="73100"/>
                        <a14:foregroundMark x1="82800" y1="21100" x2="82200" y2="24300"/>
                        <a14:foregroundMark x1="76600" y1="30700" x2="75900" y2="34200"/>
                        <a14:backgroundMark x1="43500" y1="39000" x2="43500" y2="39000"/>
                        <a14:backgroundMark x1="43800" y1="38900" x2="43800" y2="38900"/>
                        <a14:backgroundMark x1="41900" y1="41500" x2="41700" y2="41700"/>
                        <a14:backgroundMark x1="39200" y1="45400" x2="39200" y2="45400"/>
                        <a14:backgroundMark x1="37400" y1="48000" x2="37400" y2="48000"/>
                        <a14:backgroundMark x1="34800" y1="51700" x2="34800" y2="51700"/>
                        <a14:backgroundMark x1="32900" y1="54100" x2="32900" y2="54100"/>
                        <a14:backgroundMark x1="33700" y1="53000" x2="33700" y2="53000"/>
                        <a14:backgroundMark x1="29600" y1="58400" x2="29600" y2="58400"/>
                        <a14:backgroundMark x1="31900" y1="55500" x2="31900" y2="55500"/>
                        <a14:backgroundMark x1="32000" y1="55500" x2="32000" y2="55500"/>
                        <a14:backgroundMark x1="31400" y1="56100" x2="31400" y2="56100"/>
                        <a14:backgroundMark x1="30900" y1="56900" x2="30900" y2="56900"/>
                        <a14:backgroundMark x1="30800" y1="57200" x2="30800" y2="57200"/>
                        <a14:backgroundMark x1="28800" y1="59600" x2="28800" y2="59600"/>
                        <a14:backgroundMark x1="28800" y1="59900" x2="28800" y2="59900"/>
                        <a14:backgroundMark x1="32500" y1="54700" x2="32500" y2="54700"/>
                        <a14:backgroundMark x1="38300" y1="47000" x2="38300" y2="47000"/>
                        <a14:backgroundMark x1="27200" y1="62200" x2="27200" y2="62200"/>
                        <a14:backgroundMark x1="27600" y1="61700" x2="27600" y2="61700"/>
                        <a14:backgroundMark x1="28600" y1="60300" x2="28600" y2="60300"/>
                        <a14:backgroundMark x1="25400" y1="64300" x2="25400" y2="64300"/>
                        <a14:backgroundMark x1="26100" y1="63600" x2="26100" y2="63600"/>
                        <a14:backgroundMark x1="24800" y1="65600" x2="24800" y2="65600"/>
                        <a14:backgroundMark x1="25400" y1="64700" x2="25400" y2="64700"/>
                        <a14:backgroundMark x1="22900" y1="68100" x2="22900" y2="68100"/>
                        <a14:backgroundMark x1="23800" y1="66900" x2="23800" y2="66900"/>
                        <a14:backgroundMark x1="20800" y1="70800" x2="20800" y2="70800"/>
                        <a14:backgroundMark x1="49100" y1="50700" x2="49100" y2="50700"/>
                        <a14:backgroundMark x1="47700" y1="52800" x2="47700" y2="52800"/>
                        <a14:backgroundMark x1="45400" y1="56500" x2="45400" y2="56500"/>
                        <a14:backgroundMark x1="44000" y1="58300" x2="44000" y2="58300"/>
                        <a14:backgroundMark x1="44400" y1="57700" x2="44400" y2="57700"/>
                        <a14:backgroundMark x1="44600" y1="57400" x2="44400" y2="57700"/>
                        <a14:backgroundMark x1="42900" y1="59700" x2="42900" y2="59700"/>
                        <a14:backgroundMark x1="42300" y1="60700" x2="42300" y2="60700"/>
                        <a14:backgroundMark x1="41100" y1="62400" x2="41100" y2="62400"/>
                        <a14:backgroundMark x1="40800" y1="62900" x2="40600" y2="63400"/>
                        <a14:backgroundMark x1="41500" y1="62000" x2="40700" y2="63900"/>
                        <a14:backgroundMark x1="38500" y1="66300" x2="33500" y2="74000"/>
                        <a14:backgroundMark x1="34400" y1="72400" x2="34400" y2="72400"/>
                        <a14:backgroundMark x1="34100" y1="72200" x2="34100" y2="72200"/>
                        <a14:backgroundMark x1="34900" y1="71000" x2="38600" y2="66200"/>
                        <a14:backgroundMark x1="36400" y1="69500" x2="43100" y2="59100"/>
                        <a14:backgroundMark x1="30200" y1="79300" x2="32600" y2="76800"/>
                        <a14:backgroundMark x1="30600" y1="78700" x2="32000" y2="76800"/>
                        <a14:backgroundMark x1="29800" y1="79800" x2="31300" y2="78100"/>
                        <a14:backgroundMark x1="30100" y1="79400" x2="31900" y2="77200"/>
                      </a14:backgroundRemoval>
                    </a14:imgEffect>
                  </a14:imgLayer>
                </a14:imgProps>
              </a:ext>
            </a:extLst>
          </a:blip>
          <a:srcRect l="11236" t="2809" r="10113" b="12641"/>
          <a:stretch>
            <a:fillRect/>
          </a:stretch>
        </p:blipFill>
        <p:spPr>
          <a:xfrm>
            <a:off x="1350906" y="1311791"/>
            <a:ext cx="2309787" cy="24830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544B38-3BD6-7DD9-ABEB-EE48A75D77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6700" y1="50543" x2="37000" y2="52174"/>
                        <a14:foregroundMark x1="39300" y1="43071" x2="36300" y2="49592"/>
                        <a14:foregroundMark x1="36300" y1="49592" x2="37000" y2="51495"/>
                        <a14:foregroundMark x1="36200" y1="50408" x2="36800" y2="51630"/>
                        <a14:foregroundMark x1="36300" y1="51087" x2="36800" y2="51902"/>
                        <a14:foregroundMark x1="39200" y1="60462" x2="44925" y2="64135"/>
                        <a14:foregroundMark x1="41700" y1="62500" x2="44686" y2="64488"/>
                        <a14:foregroundMark x1="50788" y1="68365" x2="55200" y2="71332"/>
                        <a14:foregroundMark x1="48263" y1="66666" x2="48634" y2="66915"/>
                        <a14:foregroundMark x1="47827" y1="66373" x2="48062" y2="66531"/>
                        <a14:foregroundMark x1="46894" y1="65745" x2="47688" y2="66279"/>
                        <a14:foregroundMark x1="45100" y1="64538" x2="45675" y2="64925"/>
                        <a14:foregroundMark x1="45200" y1="64810" x2="46400" y2="65897"/>
                        <a14:foregroundMark x1="79500" y1="63723" x2="72000" y2="83152"/>
                        <a14:backgroundMark x1="36400" y1="61549" x2="38300" y2="62908"/>
                        <a14:backgroundMark x1="38200" y1="64810" x2="56900" y2="78668"/>
                        <a14:backgroundMark x1="56900" y1="78668" x2="59300" y2="79484"/>
                        <a14:backgroundMark x1="54395" y1="72546" x2="58900" y2="75543"/>
                        <a14:backgroundMark x1="58900" y1="75543" x2="58900" y2="75543"/>
                        <a14:backgroundMark x1="54500" y1="72418" x2="59700" y2="75951"/>
                        <a14:backgroundMark x1="59700" y1="75951" x2="59800" y2="75951"/>
                        <a14:backgroundMark x1="44100" y1="65353" x2="44412" y2="65576"/>
                        <a14:backgroundMark x1="54523" y1="72354" x2="55200" y2="72826"/>
                        <a14:backgroundMark x1="46500" y1="67120" x2="46500" y2="67120"/>
                        <a14:backgroundMark x1="46800" y1="67120" x2="46800" y2="67120"/>
                        <a14:backgroundMark x1="46400" y1="66712" x2="46400" y2="66712"/>
                        <a14:backgroundMark x1="46900" y1="67120" x2="47000" y2="67255"/>
                        <a14:backgroundMark x1="47400" y1="67527" x2="47600" y2="67663"/>
                        <a14:backgroundMark x1="48700" y1="68614" x2="48900" y2="68750"/>
                        <a14:backgroundMark x1="49500" y1="69022" x2="49500" y2="69022"/>
                        <a14:backgroundMark x1="47900" y1="67935" x2="49700" y2="69429"/>
                        <a14:backgroundMark x1="45929" y1="66526" x2="46100" y2="66712"/>
                        <a14:backgroundMark x1="47900" y1="67799" x2="49900" y2="69565"/>
                      </a14:backgroundRemoval>
                    </a14:imgEffect>
                  </a14:imgLayer>
                </a14:imgProps>
              </a:ext>
            </a:extLst>
          </a:blip>
          <a:srcRect l="32115" t="34198" r="18627" b="12935"/>
          <a:stretch>
            <a:fillRect/>
          </a:stretch>
        </p:blipFill>
        <p:spPr>
          <a:xfrm>
            <a:off x="3829840" y="1851309"/>
            <a:ext cx="1772195" cy="13998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2B672-CABF-7F4F-9D43-1D01FA0CA9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1400">
                        <a14:foregroundMark x1="60400" y1="45900" x2="38600" y2="65100"/>
                        <a14:foregroundMark x1="37100" y1="66400" x2="37100" y2="66400"/>
                        <a14:foregroundMark x1="34400" y1="67900" x2="36900" y2="70300"/>
                        <a14:foregroundMark x1="34400" y1="67800" x2="37200" y2="65500"/>
                        <a14:foregroundMark x1="34400" y1="67600" x2="36600" y2="65800"/>
                        <a14:foregroundMark x1="52300" y1="85200" x2="52300" y2="85200"/>
                        <a14:foregroundMark x1="51100" y1="85500" x2="53500" y2="88100"/>
                        <a14:foregroundMark x1="37800" y1="64500" x2="41000" y2="62000"/>
                        <a14:foregroundMark x1="40600" y1="61900" x2="38000" y2="64400"/>
                        <a14:foregroundMark x1="38400" y1="63800" x2="38400" y2="63800"/>
                        <a14:foregroundMark x1="38500" y1="63600" x2="38500" y2="63600"/>
                        <a14:foregroundMark x1="34400" y1="67600" x2="37100" y2="65300"/>
                        <a14:foregroundMark x1="59300" y1="44700" x2="58800" y2="45300"/>
                        <a14:foregroundMark x1="57800" y1="46100" x2="56800" y2="47100"/>
                        <a14:foregroundMark x1="57000" y1="46800" x2="54500" y2="49300"/>
                        <a14:foregroundMark x1="56800" y1="47300" x2="60300" y2="44100"/>
                        <a14:foregroundMark x1="74700" y1="31800" x2="74700" y2="31800"/>
                        <a14:foregroundMark x1="75700" y1="29700" x2="73600" y2="32000"/>
                        <a14:foregroundMark x1="75800" y1="29600" x2="73600" y2="31900"/>
                        <a14:foregroundMark x1="76200" y1="29600" x2="78100" y2="31800"/>
                        <a14:foregroundMark x1="90600" y1="45300" x2="91400" y2="46000"/>
                        <a14:foregroundMark x1="83800" y1="37800" x2="86700" y2="40800"/>
                        <a14:backgroundMark x1="49600" y1="85500" x2="49600" y2="85500"/>
                      </a14:backgroundRemoval>
                    </a14:imgEffect>
                  </a14:imgLayer>
                </a14:imgProps>
              </a:ext>
            </a:extLst>
          </a:blip>
          <a:srcRect l="32134" t="27866" r="4533" b="10801"/>
          <a:stretch>
            <a:fillRect/>
          </a:stretch>
        </p:blipFill>
        <p:spPr>
          <a:xfrm rot="2582319">
            <a:off x="6393992" y="1685046"/>
            <a:ext cx="1788904" cy="1732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A3BB7-3D01-7925-EB63-B54CADE127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400" b="90000" l="10000" r="90000">
                        <a14:foregroundMark x1="30800" y1="36400" x2="30800" y2="36400"/>
                        <a14:foregroundMark x1="19800" y1="48400" x2="22600" y2="40900"/>
                        <a14:foregroundMark x1="22600" y1="40900" x2="30800" y2="36300"/>
                        <a14:foregroundMark x1="30800" y1="36300" x2="31600" y2="36300"/>
                        <a14:foregroundMark x1="50300" y1="14700" x2="49400" y2="17700"/>
                        <a14:foregroundMark x1="58500" y1="8000" x2="59300" y2="7600"/>
                        <a14:foregroundMark x1="64900" y1="8000" x2="72400" y2="16000"/>
                        <a14:foregroundMark x1="64800" y1="7900" x2="54400" y2="10200"/>
                        <a14:foregroundMark x1="54400" y1="10200" x2="50800" y2="14900"/>
                        <a14:foregroundMark x1="50400" y1="13800" x2="54000" y2="9900"/>
                        <a14:foregroundMark x1="52700" y1="10600" x2="56200" y2="8900"/>
                        <a14:foregroundMark x1="53500" y1="9400" x2="56100" y2="8400"/>
                        <a14:foregroundMark x1="55300" y1="8700" x2="53500" y2="9800"/>
                        <a14:foregroundMark x1="53100" y1="10000" x2="55000" y2="8700"/>
                        <a14:foregroundMark x1="53200" y1="9600" x2="54780" y2="8866"/>
                        <a14:foregroundMark x1="55600" y1="56600" x2="62800" y2="62100"/>
                        <a14:foregroundMark x1="61100" y1="56200" x2="61100" y2="56200"/>
                        <a14:foregroundMark x1="63100" y1="57500" x2="63100" y2="57500"/>
                        <a14:foregroundMark x1="64800" y1="58600" x2="64800" y2="58600"/>
                        <a14:foregroundMark x1="65700" y1="59300" x2="65700" y2="59300"/>
                        <a14:foregroundMark x1="63100" y1="57500" x2="65900" y2="59500"/>
                        <a14:foregroundMark x1="63000" y1="57100" x2="65900" y2="59400"/>
                        <a14:foregroundMark x1="63200" y1="52700" x2="68500" y2="56400"/>
                        <a14:foregroundMark x1="66600" y1="50100" x2="71200" y2="53600"/>
                        <a14:foregroundMark x1="61300" y1="61400" x2="63200" y2="62400"/>
                        <a14:foregroundMark x1="62800" y1="62400" x2="63200" y2="62600"/>
                        <a14:foregroundMark x1="63200" y1="62100" x2="63500" y2="62400"/>
                        <a14:foregroundMark x1="63100" y1="57700" x2="65300" y2="59400"/>
                        <a14:foregroundMark x1="63000" y1="56900" x2="65900" y2="59100"/>
                        <a14:foregroundMark x1="66900" y1="55800" x2="68600" y2="56900"/>
                        <a14:foregroundMark x1="67000" y1="51000" x2="71100" y2="54100"/>
                        <a14:foregroundMark x1="66000" y1="49800" x2="71500" y2="53700"/>
                        <a14:foregroundMark x1="66800" y1="49900" x2="71500" y2="53400"/>
                        <a14:foregroundMark x1="53100" y1="56500" x2="35044" y2="74364"/>
                        <a14:foregroundMark x1="13100" y1="53800" x2="13156" y2="53549"/>
                        <a14:foregroundMark x1="14311" y1="56314" x2="14800" y2="56700"/>
                        <a14:foregroundMark x1="12500" y1="54300" x2="14800" y2="52000"/>
                        <a14:foregroundMark x1="27200" y1="36500" x2="31600" y2="35700"/>
                        <a14:foregroundMark x1="27200" y1="36400" x2="31300" y2="35500"/>
                        <a14:foregroundMark x1="51559" y1="10629" x2="54888" y2="8658"/>
                        <a14:foregroundMark x1="55000" y1="7800" x2="52600" y2="10400"/>
                        <a14:foregroundMark x1="48700" y1="16300" x2="48300" y2="18900"/>
                        <a14:foregroundMark x1="48300" y1="19000" x2="49100" y2="15000"/>
                        <a14:foregroundMark x1="56100" y1="7700" x2="60000" y2="6600"/>
                        <a14:foregroundMark x1="56300" y1="7500" x2="60100" y2="6600"/>
                        <a14:foregroundMark x1="58167" y1="6846" x2="60000" y2="6400"/>
                        <a14:foregroundMark x1="56300" y1="7300" x2="56906" y2="7153"/>
                        <a14:foregroundMark x1="63600" y1="6600" x2="66100" y2="7300"/>
                        <a14:backgroundMark x1="23700" y1="66900" x2="23700" y2="66900"/>
                        <a14:backgroundMark x1="23400" y1="66100" x2="23400" y2="66100"/>
                        <a14:backgroundMark x1="25200" y1="67600" x2="33900" y2="75600"/>
                        <a14:backgroundMark x1="24600" y1="66400" x2="29100" y2="70700"/>
                        <a14:backgroundMark x1="25500" y1="67200" x2="29200" y2="70800"/>
                        <a14:backgroundMark x1="26300" y1="68000" x2="29300" y2="70700"/>
                        <a14:backgroundMark x1="26300" y1="67800" x2="28600" y2="70300"/>
                        <a14:backgroundMark x1="12111" y1="55913" x2="11200" y2="55200"/>
                        <a14:backgroundMark x1="15800" y1="58800" x2="14018" y2="57406"/>
                        <a14:backgroundMark x1="14087" y1="57344" x2="15800" y2="59100"/>
                        <a14:backgroundMark x1="11800" y1="55000" x2="12081" y2="55288"/>
                        <a14:backgroundMark x1="14349" y1="57107" x2="16000" y2="58600"/>
                        <a14:backgroundMark x1="11800" y1="54800" x2="12153" y2="55119"/>
                        <a14:backgroundMark x1="12200" y1="55000" x2="13800" y2="56700"/>
                        <a14:backgroundMark x1="28700" y1="34200" x2="31200" y2="33100"/>
                        <a14:backgroundMark x1="26500" y1="36000" x2="27755" y2="35410"/>
                        <a14:backgroundMark x1="19000" y1="43500" x2="18500" y2="45200"/>
                        <a14:backgroundMark x1="51000" y1="10300" x2="50600" y2="10900"/>
                        <a14:backgroundMark x1="48800" y1="13900" x2="48000" y2="15700"/>
                        <a14:backgroundMark x1="55800" y1="6900" x2="56720" y2="6555"/>
                        <a14:backgroundMark x1="67300" y1="6600" x2="70600" y2="8300"/>
                        <a14:backgroundMark x1="57800" y1="5600" x2="59000" y2="5400"/>
                      </a14:backgroundRemoval>
                    </a14:imgEffect>
                  </a14:imgLayer>
                </a14:imgProps>
              </a:ext>
            </a:extLst>
          </a:blip>
          <a:srcRect l="10721" t="2175" r="15178" b="22453"/>
          <a:stretch>
            <a:fillRect/>
          </a:stretch>
        </p:blipFill>
        <p:spPr>
          <a:xfrm>
            <a:off x="320039" y="1851309"/>
            <a:ext cx="1472185" cy="1497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73D237-3E55-2E7A-082A-37B4AF860D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500" b="94792" l="10000" r="90000">
                        <a14:foregroundMark x1="39861" y1="8750" x2="41250" y2="7708"/>
                        <a14:foregroundMark x1="43611" y1="89792" x2="46806" y2="90000"/>
                        <a14:foregroundMark x1="44444" y1="94167" x2="46944" y2="94792"/>
                        <a14:backgroundMark x1="58889" y1="30208" x2="58889" y2="30208"/>
                        <a14:backgroundMark x1="57917" y1="36042" x2="57917" y2="36042"/>
                        <a14:backgroundMark x1="58056" y1="32708" x2="58056" y2="32708"/>
                        <a14:backgroundMark x1="75139" y1="74375" x2="75139" y2="74375"/>
                        <a14:backgroundMark x1="76944" y1="72917" x2="76944" y2="72917"/>
                        <a14:backgroundMark x1="50833" y1="82500" x2="50833" y2="82500"/>
                        <a14:backgroundMark x1="57500" y1="80833" x2="57500" y2="80833"/>
                        <a14:backgroundMark x1="49583" y1="87083" x2="49583" y2="87083"/>
                        <a14:backgroundMark x1="50278" y1="86875" x2="50278" y2="86875"/>
                        <a14:backgroundMark x1="53889" y1="88125" x2="53889" y2="88125"/>
                        <a14:backgroundMark x1="32083" y1="72500" x2="32083" y2="72708"/>
                        <a14:backgroundMark x1="72639" y1="49167" x2="72639" y2="49167"/>
                        <a14:backgroundMark x1="70417" y1="48542" x2="70417" y2="48542"/>
                        <a14:backgroundMark x1="55278" y1="31250" x2="55278" y2="31250"/>
                        <a14:backgroundMark x1="53889" y1="30000" x2="53889" y2="30000"/>
                      </a14:backgroundRemoval>
                    </a14:imgEffect>
                  </a14:imgLayer>
                </a14:imgProps>
              </a:ext>
            </a:extLst>
          </a:blip>
          <a:srcRect l="19707" r="17733"/>
          <a:stretch>
            <a:fillRect/>
          </a:stretch>
        </p:blipFill>
        <p:spPr>
          <a:xfrm>
            <a:off x="3704120" y="3997806"/>
            <a:ext cx="2023635" cy="2156460"/>
          </a:xfrm>
          <a:prstGeom prst="rect">
            <a:avLst/>
          </a:prstGeom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E3C7924-6B38-DE85-BD26-1EEEC6EBE39A}"/>
              </a:ext>
            </a:extLst>
          </p:cNvPr>
          <p:cNvCxnSpPr>
            <a:stCxn id="6" idx="1"/>
            <a:endCxn id="5" idx="2"/>
          </p:cNvCxnSpPr>
          <p:nvPr/>
        </p:nvCxnSpPr>
        <p:spPr>
          <a:xfrm rot="10800000">
            <a:off x="1056132" y="3348736"/>
            <a:ext cx="2647988" cy="1727300"/>
          </a:xfrm>
          <a:prstGeom prst="bentConnector2">
            <a:avLst/>
          </a:prstGeom>
          <a:ln w="76200" cap="rnd" cmpd="sng">
            <a:gradFill flip="none" rotWithShape="1">
              <a:gsLst>
                <a:gs pos="50000">
                  <a:srgbClr val="97BADB"/>
                </a:gs>
                <a:gs pos="0">
                  <a:schemeClr val="accent5">
                    <a:lumMod val="75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EADA97-CFA7-9DB0-F4C4-420E572D025A}"/>
              </a:ext>
            </a:extLst>
          </p:cNvPr>
          <p:cNvCxnSpPr>
            <a:stCxn id="6" idx="0"/>
            <a:endCxn id="3" idx="2"/>
          </p:cNvCxnSpPr>
          <p:nvPr/>
        </p:nvCxnSpPr>
        <p:spPr>
          <a:xfrm flipV="1">
            <a:off x="4715938" y="3251194"/>
            <a:ext cx="0" cy="746612"/>
          </a:xfrm>
          <a:prstGeom prst="straightConnector1">
            <a:avLst/>
          </a:prstGeom>
          <a:ln w="76200" cap="rnd">
            <a:gradFill flip="none" rotWithShape="1">
              <a:gsLst>
                <a:gs pos="50000">
                  <a:srgbClr val="97BADB"/>
                </a:gs>
                <a:gs pos="0">
                  <a:schemeClr val="accent5">
                    <a:lumMod val="7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F7E68D5-2994-8E65-B8A4-E52A666E0764}"/>
              </a:ext>
            </a:extLst>
          </p:cNvPr>
          <p:cNvCxnSpPr>
            <a:cxnSpLocks/>
            <a:stCxn id="6" idx="3"/>
            <a:endCxn id="4" idx="2"/>
          </p:cNvCxnSpPr>
          <p:nvPr/>
        </p:nvCxnSpPr>
        <p:spPr>
          <a:xfrm flipV="1">
            <a:off x="5727755" y="3184356"/>
            <a:ext cx="969511" cy="1891680"/>
          </a:xfrm>
          <a:prstGeom prst="bentConnector2">
            <a:avLst/>
          </a:prstGeom>
          <a:ln w="76200" cap="rnd" cmpd="sng">
            <a:gradFill flip="none" rotWithShape="1">
              <a:gsLst>
                <a:gs pos="50000">
                  <a:srgbClr val="97BADB"/>
                </a:gs>
                <a:gs pos="0">
                  <a:schemeClr val="accent5">
                    <a:lumMod val="75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4D5348F-DBBE-CA07-DAD3-1CE60748802E}"/>
              </a:ext>
            </a:extLst>
          </p:cNvPr>
          <p:cNvSpPr txBox="1"/>
          <p:nvPr/>
        </p:nvSpPr>
        <p:spPr>
          <a:xfrm>
            <a:off x="5077713" y="4523002"/>
            <a:ext cx="51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Impact" panose="020B0806030902050204" pitchFamily="34" charset="0"/>
              </a:rPr>
              <a:t>5V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552371-BE3B-4179-BB28-E13673F6B28B}"/>
              </a:ext>
            </a:extLst>
          </p:cNvPr>
          <p:cNvSpPr txBox="1"/>
          <p:nvPr/>
        </p:nvSpPr>
        <p:spPr>
          <a:xfrm>
            <a:off x="1056131" y="4616045"/>
            <a:ext cx="126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Impact" panose="020B0806030902050204" pitchFamily="34" charset="0"/>
              </a:rPr>
              <a:t>HC-SR04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EB4874-69B6-E51A-D786-F6E8F56B38C4}"/>
              </a:ext>
            </a:extLst>
          </p:cNvPr>
          <p:cNvSpPr txBox="1"/>
          <p:nvPr/>
        </p:nvSpPr>
        <p:spPr>
          <a:xfrm>
            <a:off x="2479426" y="3580592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Impact" panose="020B0806030902050204" pitchFamily="34" charset="0"/>
              </a:rPr>
              <a:t>STM32F103C8T6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6162A9-9C76-8D5E-119A-B07C5FA5EF12}"/>
              </a:ext>
            </a:extLst>
          </p:cNvPr>
          <p:cNvSpPr txBox="1"/>
          <p:nvPr/>
        </p:nvSpPr>
        <p:spPr>
          <a:xfrm>
            <a:off x="6697266" y="4616045"/>
            <a:ext cx="1294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Impact" panose="020B0806030902050204" pitchFamily="34" charset="0"/>
              </a:rPr>
              <a:t>LCD 1602</a:t>
            </a:r>
          </a:p>
        </p:txBody>
      </p:sp>
    </p:spTree>
    <p:extLst>
      <p:ext uri="{BB962C8B-B14F-4D97-AF65-F5344CB8AC3E}">
        <p14:creationId xmlns:p14="http://schemas.microsoft.com/office/powerpoint/2010/main" val="2697475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359</TotalTime>
  <Words>7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Impact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4</cp:revision>
  <dcterms:created xsi:type="dcterms:W3CDTF">2025-10-27T12:34:43Z</dcterms:created>
  <dcterms:modified xsi:type="dcterms:W3CDTF">2025-12-21T08:59:36Z</dcterms:modified>
</cp:coreProperties>
</file>