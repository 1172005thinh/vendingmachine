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9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2:59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11 24575,'-89'-5'0,"67"2"0,0 1 0,-1 1 0,1 2 0,-44 5 0,51-3 0,0 1 0,0 0 0,0 2 0,0 0 0,1 0 0,0 1 0,0 1 0,1 0 0,0 1 0,0 1 0,1 0 0,0 0 0,1 1 0,0 1 0,1-1 0,0 2 0,1 0 0,0 0 0,1 0 0,1 1 0,-7 18 0,1 4 0,3 1 0,1 0 0,2 0 0,1 1 0,2 0 0,2 0 0,4 64 0,0-79 0,2 0 0,1 0 0,0-1 0,2 0 0,0 0 0,14 27 0,-16-40 0,1 1 0,0-2 0,0 1 0,0-1 0,1 0 0,1 0 0,-1-1 0,1 0 0,0-1 0,1 1 0,0-2 0,0 1 0,0-1 0,0 0 0,20 6 0,8 5-170,1-1-1,0-2 0,1-1 1,0-2-1,1-2 0,0-2 1,53 2-1,-88-8-6655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02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0 24575,'-7'4'0,"1"-1"0,-1-1 0,0 1 0,-1-1 0,1 0 0,0-1 0,0 0 0,-1 0 0,1 0 0,-15-2 0,8 2 0,-20 1 0,-1 1 0,1 2 0,1 1 0,-62 20 0,84-22 0,-1 1 0,1 1 0,0-1 0,0 2 0,1 0 0,0 0 0,0 0 0,1 1 0,0 1 0,0 0 0,-11 14 0,9-8 0,1 0 0,0 1 0,1 0 0,1 0 0,0 1 0,2 0 0,-1 1 0,-6 33 0,9-27 0,0 1 0,1-1 0,2 1 0,0-1 0,2 1 0,4 28 0,-2-36 0,1 0 0,1-1 0,0 0 0,1 1 0,1-2 0,0 1 0,1-1 0,1 0 0,20 25 0,-15-25 0,0-2 0,2 1 0,0-2 0,0 0 0,1-1 0,1-1 0,-1 0 0,2-2 0,-1 0 0,1-1 0,27 7 0,122 8 0,-95-15-1365,-68-7-5461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0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24575,'36'16'0,"49"14"0,-64-24 0,-1 0 0,0 1 0,0 2 0,0 0 0,-1 1 0,0 0 0,-1 2 0,28 22 0,-31-20 0,0 0 0,-1 1 0,-1 1 0,0 0 0,-1 1 0,-1 0 0,0 0 0,-1 1 0,-1 1 0,-1 0 0,-1 0 0,0 1 0,-2-1 0,0 1 0,-1 0 0,-1 1 0,1 37 0,-4-41 0,0 22 0,-9 72 0,7-97 0,-1-1 0,-1 1 0,0-1 0,-1 0 0,0 0 0,-1 0 0,0-1 0,-16 22 0,10-18 0,0 0 0,-1-1 0,-1 0 0,0-2 0,-1 1 0,0-2 0,-1 0 0,-1 0 0,0-2 0,0 0 0,-1-1 0,0-1 0,-1 0 0,0-2 0,0 0 0,-22 4 0,13-5-455,1-1 0,-32 0 0,52-4-6371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1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24575,'31'1'0,"0"1"0,0 2 0,0 1 0,0 2 0,-1 1 0,51 20 0,-59-19 0,-1 1 0,-1 0 0,0 2 0,-1 0 0,0 1 0,0 1 0,-2 1 0,0 0 0,29 34 0,-35-33 0,0 1 0,-2 1 0,0 0 0,0 0 0,-2 0 0,0 1 0,6 30 0,-10-34 0,0 1 0,-1 0 0,0 0 0,-1 0 0,-1 0 0,-1 0 0,0 0 0,-1 0 0,-8 29 0,5-31 0,-1 0 0,0-1 0,-1 0 0,0 0 0,-1 0 0,-1-1 0,0 0 0,0-1 0,-1 0 0,-1-1 0,-19 16 0,11-12 0,-1-1 0,-1 0 0,0-2 0,-1 0 0,0-2 0,-33 10 0,54-19 0,-43 15 0,0-3 0,-1-2 0,-58 6 0,84-13-1365,13-1-5461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3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1350 0 24575,'-272'13'0,"-81"35"0,305-36 0,1 2 0,0 2 0,-81 40 0,101-38 0,0 1 0,1 0 0,0 2 0,2 1 0,1 1 0,-23 29 0,18-16 0,1 2 0,2 0 0,2 2 0,2 0 0,1 1 0,2 2 0,2-1 0,-10 46 0,11-31 0,3-1 0,2 2 0,3-1 0,2 1 0,3 63 0,6-84 0,1 0 0,3 0 0,0 0 0,3-1 0,1 0 0,17 36 0,117 196 0,-138-255 0,1-1 0,0 0 0,1-1 0,1 0 0,-1 0 0,2-1 0,-1-1 0,25 15 0,-9-9 0,0-1 0,1-1 0,39 12 0,-4-6 0,126 20 0,-136-33-1365,-47-5-5461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1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24575,'216'0'-1365,"-209"0"-5461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1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24575,'199'-6'-1365,"-194"6"-5461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37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0 24575,'-2'4'0,"1"-1"0,-1 1 0,0-1 0,0 0 0,0 0 0,0 0 0,0 0 0,-5 3 0,-6 10 0,-66 102 0,-106 222 0,164-293 0,3 2 0,2 1 0,2 0 0,-13 83 0,-3 16 0,-12 71 0,11 86 0,15-128 0,0 431 0,17-429 0,20 118 0,-14-235 0,27 182 0,-30-213 0,0 0 0,2 0 0,2-1 0,1 0 0,1-1 0,2 0 0,20 39 0,-7-29 0,1 0 0,2-2 0,2-1 0,50 47 0,-51-54 0,1-2 0,54 39 0,-51-45 0,1-2 0,1-2 0,1-1 0,0-1 0,61 16 0,-74-26 0,1-2 0,0 0 0,-1-2 0,32 0 0,-2 10-1365,-47-11-5461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4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1892 24575,'5'-5'0,"0"0"0,0 0 0,0 1 0,0 0 0,1 0 0,-1 0 0,1 1 0,0 0 0,0 0 0,9-3 0,7-5 0,-11 5 0,0 0 0,0 0 0,-1-1 0,0-1 0,0 1 0,-1-2 0,0 1 0,-1-1 0,1-1 0,-2 1 0,1-2 0,-2 1 0,7-12 0,-6 6 0,0-1 0,-1 0 0,0-1 0,-2 1 0,0-1 0,3-35 0,-5-115 0,-3 101 0,1 7 0,-3 1 0,-19-113 0,-1 8 0,5 23 0,-3 21 0,-18-91 0,33 185 0,-1 1 0,-1 0 0,-18-39 0,20 53 0,0 1 0,-1 0 0,0 0 0,0 0 0,-1 1 0,0 0 0,-1 1 0,0 0 0,0 0 0,-12-7 0,0 3 0,1 2 0,-1 0 0,-1 2 0,0 0 0,0 1 0,-28-4 0,-24-8 0,-88-28 0,141 43-341,0 1 0,1 2-1,-28 0 1,43 1-6485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2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24575,'-2'43'-69,"0"-31"-93,1 1 0,1 0 0,0 0 0,1-1 0,0 1 0,1 0 0,6 20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21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24575,'146'-14'0,"-119"9"-1365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3:45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 24575,'0'1509'0,"-7"-1206"0,0-90 0,2-150 0,-3 79 0,1 53 0,6-184 11,0-1 0,-1 1 0,-1-1 0,1 1 0,-2-1 0,0 0-1,0 0 1,0 0 0,-2-1 0,-6 10 0,8-13-104,0 0 0,-1 0 1,1-1-1,-1 0 0,-1 0 0,1 0 0,-1 0 0,0-1 1,0 0-1,0 0 0,-1-1 0,1 1 0,-1-2 1,0 1-1,-13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5:5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24575,'17'412'0,"-17"-392"-1365,0-12-5461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5:5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24575,'41'-1'-70,"-24"0"-189,0 0 0,0 1 0,0 2 0,28 4 0,-39-4-6567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5:5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45 24575,'0'-3'0,"0"1"0,-1 0 0,1 0 0,-1 0 0,0 0 0,0 0 0,0 1 0,0-1 0,0 0 0,0 0 0,0 0 0,0 1 0,-1-1 0,1 1 0,-1-1 0,1 1 0,-1-1 0,1 1 0,-1 0 0,0 0 0,0 0 0,0 0 0,0 0 0,0 0 0,0 0 0,0 1 0,0-1 0,-4 0 0,5 1 0,-1 0 0,1-1 0,-1 1 0,1 0 0,-1 0 0,1 0 0,-1 0 0,0 0 0,1 0 0,-1 0 0,1 1 0,-1-1 0,1 0 0,-1 1 0,1 0 0,0-1 0,-1 1 0,1 0 0,0-1 0,-1 1 0,1 0 0,0 0 0,0 0 0,0 0 0,-1 0 0,1 1 0,1-1 0,-1 0 0,0 0 0,0 1 0,0-1 0,1 0 0,-1 1 0,0-1 0,1 1 0,-1-1 0,1 1 0,0-1 0,0 1 0,-1 2 0,1 1 0,0 0 0,0 0 0,0 0 0,1 0 0,-1 0 0,1 0 0,1 0 0,-1 0 0,1-1 0,-1 1 0,1 0 0,1-1 0,2 5 0,-4-7 0,0 0 0,1-1 0,-1 1 0,1-1 0,0 1 0,-1-1 0,1 0 0,0 1 0,0-1 0,0 0 0,0 0 0,0-1 0,0 1 0,0 0 0,0 0 0,0-1 0,0 0 0,1 1 0,-1-1 0,0 0 0,0 0 0,0 0 0,1 0 0,-1 0 0,0-1 0,0 1 0,0-1 0,0 1 0,0-1 0,0 0 0,0 0 0,4-2 0,-5 1-15,1 0 0,0 0 0,-1 0-1,0 0 1,1 0 0,-1 0 0,0 0-1,0 0 1,0-1 0,0 1 0,-1 0-1,1-1 1,-1 1 0,1-1 0,-1 1 0,0-1-1,0 1 1,0-1 0,0 1 0,-1 0-1,1-1 1,-2-4 0,2-3-1000,-1 2-5811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5:5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36 24575,'1'-1'0,"-1"0"0,0-1 0,0 1 0,0 0 0,0-1 0,0 1 0,0 0 0,-1 0 0,1-1 0,0 1 0,-1 0 0,1 0 0,-1-1 0,1 1 0,-1 0 0,0 0 0,1 0 0,-1 0 0,0 0 0,0 0 0,0 0 0,0 0 0,0 0 0,0 0 0,0 0 0,0 1 0,0-1 0,0 0 0,0 1 0,-1-1 0,1 1 0,0-1 0,0 1 0,-1 0 0,1-1 0,0 1 0,0 0 0,-1 0 0,1 0 0,0 0 0,-1 0 0,-1 0 0,1 1 0,0-1 0,0 1 0,1-1 0,-1 1 0,0 0 0,0 0 0,1 0 0,-1 0 0,0 0 0,1 0 0,-1 0 0,1 1 0,-1-1 0,1 0 0,0 1 0,0-1 0,-1 1 0,1 0 0,0-1 0,0 1 0,1 0 0,-1 0 0,0-1 0,1 1 0,-1 0 0,1 0 0,-1 0 0,1 0 0,0 3 0,-1-1 0,1 0 0,0 0 0,0 0 0,0 0 0,1 1 0,-1-1 0,1 0 0,0 0 0,0 0 0,3 6 0,-2-9 0,-1 1 0,0 0 0,1-1 0,0 0 0,-1 1 0,1-1 0,0 0 0,0 0 0,0 0 0,0 0 0,0 0 0,0 0 0,0 0 0,0-1 0,0 1 0,0-1 0,0 1 0,0-1 0,0 0 0,1 0 0,3-1 0,-5 1 2,0 0 1,0 0-1,-1 0 0,1 0 0,0 0 0,0 0 1,0 0-1,-1-1 0,1 1 0,0 0 1,0-1-1,-1 1 0,1-1 0,0 1 0,-1-1 1,1 1-1,0-1 0,-1 1 0,1-1 0,-1 1 1,1-1-1,-1 0 0,1 1 0,-1-1 0,1 0 1,-1 0-1,0 1 0,1-1 0,-1 0 0,0 0 1,0 0-1,1 1 0,-1-3 0,0-30-551,-1 24-342,1 2-5935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6:0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24575,'121'-2'0,"127"5"0,-247-3 0,1 0 0,-1 1 0,0-1 0,0 1 0,0 0 0,0-1 0,0 1 0,1 0 0,-1 0 0,0-1 0,0 1 0,-1 0 0,1 0 0,0 0 0,0 0 0,0 0 0,-1 1 0,1-1 0,0 0 0,-1 0 0,1 0 0,-1 1 0,0-1 0,1 0 0,-1 0 0,0 1 0,0-1 0,0 0 0,0 1 0,0 1 0,-1 53 0,-1-37 0,2 649-1365,0-660-5461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23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24575,'-3'51'0,"-15"85"0,10-86 0,-4 91 0,12-126 0,21 428 0,-15-368 0,-3 87 0,2 33 0,3-96 0,11 105 0,-3-131 0,3 0 0,3-1 0,56 123 0,-61-159 0,41 60 0,2 7 0,-39-62 0,1-2 0,1 0 0,3-1 0,1-1 0,2-2 0,1-1 0,1-1 0,2-2 0,49 36 0,-38-35 0,1-3 0,1-1 0,2-2 0,1-2 0,55 18 0,301 62 0,-329-88 0,162 28 0,-95-29 0,-57-8 0,0 4 0,138 36 0,-196-36 0,0 0 0,-1 2 0,0 1 0,-1 1 0,0 1 0,-2 2 0,0 0 0,-1 2 0,39 42 0,-56-56 0,-2 1 0,1 0 0,-1 0 0,1 1 0,-2-1 0,1 1 0,-1 0 0,-1 0 0,3 11 0,11 83 0,-6-31 0,-4-31 0,1 81 0,-1-14 0,-1 11 0,-5-72 0,8 51 0,-5-65-11,-2 61 0,-2-46-1332,1-35-5483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5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24575,'6'3'0,"0"0"0,0 0 0,0-1 0,0 0 0,1 0 0,-1-1 0,0 1 0,1-2 0,0 1 0,-1-1 0,1 0 0,6 0 0,5 0 0,33 3 0,1 2 0,78 19 0,-88-16 0,1-3 0,0-1 0,-1-2 0,66-6 0,-5 1 0,341 3 0,-436 0-273,0 0 0,0-1 0,0 0 0,14-5 0,-8 1-6553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6:19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24575,'1543'0'0,"-1267"22"0,12-1 0,107-5 0,-354-14 0,-16-2 0,0 2 0,0 1 0,0 0 0,-1 2 0,28 9 0,-46-12 0,0 1 0,0-1 0,-1 1 0,1 0 0,-1 1 0,0-1 0,0 1 0,0 0 0,-1 1 0,1-1 0,-1 1 0,0 0 0,0 0 0,0 0 0,-1 0 0,0 0 0,0 1 0,0 0 0,-1 0 0,0 0 0,0 0 0,0 0 0,-1 0 0,0 0 0,1 10 0,13 134 0,11 218 0,-43 8 0,10 62 0,9-257 0,1-93 0,3 0 0,20 88 0,49 174 0,-14-83 0,0 13 0,30 156 0,-74-324 0,5 222 0,-25-143 0,5 316 0,31-231 0,-2-48 0,-25-157 0,8 201 0,-14 354 0,8-559-1365,-3-50-5461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6:27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5293 24575,'-17'-95'0,"10"-529"0,10 353 0,13-615 0,10-157 0,-27 971 0,0-25 0,19-169 0,-3 149 0,0-124 0,-16-122 0,-2 127 0,3-511 0,0 741 0,0 0 0,0 0 0,1-1 0,0 1 0,0 0 0,0 0 0,1 0 0,0 0 0,0 0 0,0 1 0,1-1 0,0 1 0,0-1 0,1 1 0,-1 0 0,1 0 0,5-5 0,-3 5 0,0 1 0,0 0 0,1 0 0,0 0 0,-1 0 0,1 1 0,0 0 0,0 1 0,1 0 0,-1 0 0,0 0 0,1 1 0,14-1 0,349 0 0,-186 5 0,4210-3 0,-3932-33 0,-10 0 0,-112 35 0,221-2 0,-339-10 0,165-1 0,610 11-1365,-980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7:06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24575,'259'11'0,"-9"0"0,1465-12 0,-1451-20 0,10-1 0,55 23-1365,-311-1-5461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2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24575,'891'0'0,"-864"-1"0,-1-2 0,1-1 0,25-7 0,52-8 0,183 14-249,-219 6-867,-38-1-5710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24575,'1421'0'-1365,"-1403"0"-5461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4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58 24575,'0'-2'0,"-1"-1"0,1 1 0,-1-1 0,0 1 0,0-1 0,0 1 0,0-1 0,0 1 0,-1 0 0,1 0 0,0 0 0,-1 0 0,0 0 0,0 0 0,1 0 0,-1 0 0,0 0 0,0 1 0,-1-1 0,1 1 0,0 0 0,-4-2 0,4 2 0,1 1 0,0-1 0,0 0 0,-1 1 0,1 0 0,0-1 0,-1 1 0,1 0 0,0 0 0,-1 0 0,1 0 0,0 0 0,-1 0 0,1 0 0,0 0 0,-1 0 0,1 1 0,0-1 0,-1 0 0,1 1 0,0 0 0,0-1 0,-1 1 0,1-1 0,0 1 0,0 0 0,0 0 0,0 0 0,0 0 0,0 0 0,0 0 0,0 0 0,0 0 0,1 0 0,-1 0 0,0 0 0,1 1 0,-1-1 0,1 0 0,-1 0 0,1 1 0,0-1 0,-1 0 0,1 3 0,-1 1 0,1 0 0,0 0 0,0-1 0,0 1 0,1 0 0,-1 0 0,1 0 0,0 0 0,1-1 0,-1 1 0,1-1 0,0 1 0,0-1 0,0 1 0,6 6 0,-7-9 0,0-1 0,0 1 0,0 0 0,1-1 0,-1 0 0,0 1 0,1-1 0,-1 0 0,1 0 0,0 1 0,-1-1 0,1 0 0,0-1 0,0 1 0,0 0 0,-1-1 0,1 1 0,0-1 0,0 1 0,0-1 0,0 0 0,0 0 0,0 0 0,0 0 0,0 0 0,0 0 0,0 0 0,0-1 0,0 1 0,-1-1 0,1 1 0,0-1 0,0 0 0,0 0 0,-1 0 0,1 0 0,0 0 0,-1 0 0,1 0 0,-1 0 0,3-3 0,0-1-85,0 0 0,-1 0-1,1-1 1,-1 1 0,0-1-1,-1 1 1,1-1 0,-1 0-1,0 0 1,-1 0 0,1-1-1,-1 1 1,0 0 0,-1-1-1,0-10 1,0-3-6741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55 24575,'0'-2'0,"-1"-1"0,1 1 0,0-1 0,-1 1 0,0 0 0,0-1 0,0 1 0,0 0 0,0-1 0,0 1 0,0 0 0,-1 0 0,1 0 0,-1 0 0,1 0 0,-1 0 0,0 1 0,0-1 0,0 0 0,0 1 0,0 0 0,0-1 0,0 1 0,-1 0 0,1 0 0,0 0 0,-1 0 0,1 1 0,-1-1 0,1 1 0,-1-1 0,1 1 0,-5 0 0,3 0 0,1-1 0,-1 1 0,1 0 0,-1 0 0,0 1 0,1-1 0,-1 1 0,1 0 0,0 0 0,-1 0 0,1 0 0,0 1 0,-1-1 0,1 1 0,0 0 0,0-1 0,0 2 0,1-1 0,-1 0 0,0 0 0,1 1 0,0 0 0,-1-1 0,-1 5 0,2-2 0,0 1 0,0-1 0,0 1 0,1-1 0,0 1 0,0 0 0,1 0 0,0-1 0,0 1 0,0 0 0,0 0 0,1 0 0,0-1 0,0 1 0,1-1 0,0 1 0,3 6 0,-4-9 0,0-1 0,0 1 0,1 0 0,-1-1 0,1 0 0,-1 1 0,1-1 0,0 0 0,0 0 0,0 0 0,1 0 0,-1 0 0,0-1 0,1 1 0,-1-1 0,1 1 0,-1-1 0,1 0 0,0 0 0,-1 0 0,1 0 0,0-1 0,0 1 0,0-1 0,-1 0 0,1 1 0,0-1 0,0 0 0,0-1 0,0 1 0,0-1 0,-1 1 0,1-1 0,0 0 0,0 0 0,2-1 0,-2 0 0,-1 1 0,1-1 0,-1 0 0,0 0 0,0-1 0,0 1 0,0 0 0,0-1 0,0 1 0,0-1 0,-1 1 0,1-1 0,-1 0 0,0 0 0,0 0 0,0 0 0,0 0 0,0 0 0,-1 0 0,1 0 0,-1 0 0,0 0 0,0-4 0,0-11 0,0 0 0,-5-27 0,1 27-1365,-1 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24575,'0'4'0,"4"1"0,0 3 0,1 4 0,-2 3 0,0 7 0,2-1 0,1 4 0,-1 1 0,-1-1 0,-1 0 0,-2-2 0,0-4-8191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24575,'7'0'0,"7"0"0,3 0 0,3 0 0,6 0 0,1 0 0,0 0 0,0 0 0,-3 0 0,0 0 0,-6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5:4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24575,'4'0'0,"4"0"0,5 0 0,3 0 0,3 0 0,2 0 0,1 0 0,4 0 0,1 0 0,-1 0 0,-1 0 0,0 0 0,-2 0 0,-5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8:05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25 24575,'-76'1'0,"-292"-14"0,320 7 0,0 1 0,0 4 0,0 1 0,-53 7 0,97-6 0,-1 0 0,1 1 0,0 0 0,-1 0 0,1 0 0,0 0 0,0 1 0,0-1 0,1 1 0,-1 0 0,1 0 0,-1 1 0,1-1 0,0 1 0,0-1 0,1 1 0,-1 0 0,1 0 0,0 0 0,0 1 0,0-1 0,0 0 0,1 1 0,0-1 0,0 1 0,-1 5 0,-2 16 0,0 0 0,2 0 0,1 37 0,1-45 0,3 1509 0,-14-1305 0,0 2 0,-4 226 0,7 142 0,11-337 0,-4-98 0,15 397 0,-4-388 0,-13 170 0,-7-205 0,-1 52 0,1 57 0,0 12 0,10 258-1365,0-491-5461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8:4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24575,'103'2'0,"112"-4"0,-88-19-1365,-110 20-5461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9:48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3538 0 24575,'-1320'0'0,"1287"2"0,0 1 0,-56 14 0,52-10 0,-68 7 0,14-11 0,-163 10 0,-91 30 0,273-38 0,-93-6 0,-41 2 0,140 9 0,47-6 0,0-1 0,-29 1 0,-476-5 0,520 1 0,0 0 0,0 0 0,0 0 0,0 0 0,0 1 0,1-1 0,-1 1 0,0 0 0,0 0 0,0 0 0,0 1 0,1 0 0,-1-1 0,1 1 0,-1 0 0,-5 5 0,6-3 0,1 1 0,-1-1 0,1 0 0,0 1 0,0-1 0,0 1 0,0 0 0,1-1 0,0 1 0,0 0 0,0 0 0,1 0 0,0 6 0,-20 986 0,23-656 0,-4-230 0,-1 6 0,18 149 0,-14-248 0,23 171 0,0 198 0,-26 103 0,0-463 0,-9 46 0,-1 21 0,9 883 0,5-479 0,-3-485-341,-1 0 0,0 0-1,-6 22 1,2-18-6485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9:5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24575,'-1'20'0,"-2"0"0,0-1 0,-8 28 0,-3 21 0,3 65 0,9 203 0,5-154 0,-3-94-1365,0-70-5461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0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24575,'1'1'0,"0"-1"0,0 1 0,0-1 0,0 1 0,0 0 0,0-1 0,0 1 0,0 0 0,0 0 0,-1 0 0,1-1 0,0 1 0,0 0 0,-1 0 0,1 0 0,-1 0 0,1 0 0,-1 0 0,1 1 0,-1-1 0,1 0 0,-1 0 0,0 0 0,0 0 0,0 0 0,0 1 0,0 1 0,3 40 0,-3-36 0,3 441 64,-5-231-1493,2-198-5397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68 24575,'0'-2'0,"0"-1"0,0 1 0,0-1 0,0 1 0,-1-1 0,1 1 0,-1-1 0,1 1 0,-1-1 0,0 1 0,0 0 0,0-1 0,0 1 0,0 0 0,-1 0 0,1 0 0,-1 0 0,1 0 0,-1 0 0,0 0 0,0 0 0,0 1 0,0-1 0,0 1 0,-4-2 0,1 1 0,-1 0 0,0 0 0,0 1 0,0 0 0,0 0 0,0 0 0,0 1 0,0 0 0,-13 1 0,14 0 0,-1 1 0,1-1 0,-1 1 0,1 0 0,-1 0 0,1 0 0,0 1 0,0 0 0,0 0 0,1 0 0,-1 0 0,1 1 0,-1 0 0,1 0 0,0 0 0,1 1 0,-1-1 0,1 1 0,0 0 0,0 0 0,0 0 0,1 0 0,-1 0 0,1 0 0,1 1 0,-3 9 0,3-11 0,0 0 0,0 0 0,1 0 0,-1 1 0,1-1 0,0 0 0,0 0 0,1 0 0,-1 1 0,1-1 0,0 0 0,0 0 0,0 0 0,1 0 0,-1 0 0,1 0 0,0 0 0,0-1 0,0 1 0,1 0 0,-1-1 0,1 0 0,0 0 0,0 0 0,0 0 0,0 0 0,1 0 0,-1-1 0,1 0 0,-1 1 0,1-2 0,0 1 0,0 0 0,0-1 0,0 1 0,5 0 0,-2 0 0,0-1 0,0 0 0,-1 0 0,1 0 0,0-1 0,0 0 0,0 0 0,0-1 0,0 0 0,0 0 0,0-1 0,0 0 0,-1 0 0,8-3 0,-10 2 0,0 1 0,-1 0 0,1-1 0,-1 0 0,1 0 0,-1 0 0,0 0 0,0-1 0,-1 1 0,1-1 0,-1 1 0,0-1 0,0 0 0,0 0 0,0 0 0,0 0 0,-1 0 0,0-1 0,0 1 0,0 0 0,-1-1 0,1 1 0,-1-6 0,1 4-105,-1 0 0,0 1 0,0-1 0,0 0 0,-1 1 0,0-1 0,0 1 0,0-1 0,-1 1 0,0-1 0,0 1 0,-3-5 0,-4-4-6721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93 24575,'-1'-1'0,"1"0"0,-1 0 0,1 0 0,-1 0 0,0 0 0,0 0 0,0 0 0,1 0 0,-1 0 0,0 0 0,0 0 0,0 0 0,0 1 0,0-1 0,-1 0 0,1 1 0,0-1 0,0 1 0,0-1 0,-1 1 0,1 0 0,0-1 0,0 1 0,-1 0 0,1 0 0,0 0 0,-2 0 0,-43-3 0,41 3 0,1-1 0,1 1 0,-1 0 0,1 0 0,-1 0 0,1 0 0,-1 1 0,1 0 0,-1-1 0,1 1 0,0 0 0,-1 0 0,1 1 0,0-1 0,0 1 0,0 0 0,0 0 0,0 0 0,0 0 0,1 0 0,-1 0 0,1 1 0,-1-1 0,1 1 0,-2 3 0,1 0 0,1 0 0,0 0 0,0 0 0,0 1 0,1-1 0,0 0 0,1 1 0,-1-1 0,1 1 0,0-1 0,1 1 0,1 8 0,-1-9 0,1 0 0,0 1 0,0-1 0,0 0 0,1 0 0,0 0 0,0-1 0,1 1 0,-1-1 0,1 0 0,0 0 0,1 0 0,-1 0 0,1-1 0,0 1 0,0-1 0,1-1 0,-1 1 0,1-1 0,-1 0 0,1 0 0,0 0 0,0-1 0,9 2 0,-9-1 0,1-1 0,0 0 0,0-1 0,1 0 0,-1 0 0,0 0 0,0-1 0,0 0 0,1-1 0,-1 1 0,0-1 0,0-1 0,0 1 0,0-1 0,0 0 0,0-1 0,-1 0 0,1 0 0,-1 0 0,0-1 0,11-8 0,-7 2 12,-1 0 0,-1 0 0,1-1 0,-1-1 0,-1 1 0,0-1 0,-1-1 0,0 1 0,5-19 0,-9 25-86,0-1-1,0 0 1,-1 0 0,0 0 0,0 0-1,0 0 1,-1 0 0,0 0 0,-1-1-1,1 1 1,-1 0 0,-1 0 0,1 0-1,-1 1 1,0-1 0,-1 0 0,0 1-1,0-1 1,-6-8 0,1 4-6752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24575,'3'0'0,"10"0"0,4 0 0,8 0 0,-1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3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24575,'7'0'0,"10"0"0,16 0 0,6 0 0,0 0 0,-3 0 0,-4 0 0,-4 0 0,-6-3 0,-8-2-8191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24575,'0'7'0,"0"10"0,0 5 0,0 7 0,0 12 0,0 3 0,0-3 0,0 0 0,0-4 0,0-5 0,0-4 0,0-7-8191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24575,'-16'103'0,"9"291"9,9-233-1383,-2-143-5452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8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63 24575,'-1'-2'0,"0"-1"0,0 0 0,0 1 0,0-1 0,-1 1 0,1-1 0,-1 1 0,1 0 0,-1 0 0,0-1 0,0 1 0,0 0 0,0 1 0,0-1 0,0 0 0,-1 1 0,1-1 0,0 1 0,-1 0 0,0-1 0,1 1 0,-1 0 0,-5-1 0,-2-1 0,-1-1 0,0 2 0,0-1 0,-20-1 0,29 4 0,-1 1 0,1-1 0,0 0 0,0 1 0,-1-1 0,1 1 0,0 0 0,0 0 0,0 0 0,0 0 0,0 0 0,0 0 0,0 0 0,0 1 0,0-1 0,1 1 0,-1-1 0,0 1 0,1 0 0,-1-1 0,1 1 0,0 0 0,0 0 0,0 0 0,0 0 0,0 0 0,0 0 0,0 1 0,0-1 0,1 0 0,0 0 0,-1 1 0,1-1 0,0 0 0,0 0 0,0 1 0,0-1 0,1 4 0,-1 0 0,0-1 0,1 0 0,0 1 0,0-1 0,0 1 0,0-1 0,1 0 0,0 0 0,0 0 0,0 0 0,1 0 0,0-1 0,0 1 0,0-1 0,7 8 0,-7-9 0,0-1 0,0 0 0,0 0 0,0 0 0,0 0 0,1 0 0,-1-1 0,1 0 0,-1 1 0,1-1 0,-1 0 0,1-1 0,0 1 0,-1-1 0,1 0 0,0 1 0,-1-2 0,1 1 0,0 0 0,-1-1 0,1 1 0,0-1 0,-1 0 0,1-1 0,-1 1 0,1 0 0,-1-1 0,0 0 0,0 0 0,1 0 0,-2 0 0,1 0 0,0-1 0,0 0 0,-1 1 0,1-1 0,-1 0 0,0 0 0,0 0 0,0 0 0,0 0 0,0-1 0,-1 1 0,1-1 0,-1 1 0,0-1 0,0 1 0,-1-1 0,1 0 0,0-6 0,0-12-1365,-1 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09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24575,'11'234'0,"0"8"0,-12 42-1365,1-264-5461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0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60 24575,'-16'-5'0,"-1"0"0,0 1 0,0 0 0,0 1 0,0 1 0,0 1 0,0 1 0,-27 2 0,8-2 0,32 0 0,0 0 0,1 0 0,-1 1 0,0-1 0,0 1 0,1 0 0,-1-1 0,1 2 0,-1-1 0,1 0 0,-1 1 0,1-1 0,0 1 0,-1 0 0,1 0 0,0 1 0,1-1 0,-1 1 0,0-1 0,-2 4 0,3-3 0,0 1 0,0-1 0,1 1 0,-1 0 0,1 0 0,0 0 0,0 0 0,0 0 0,0 0 0,1 0 0,0 0 0,-1 0 0,2 0 0,-1 0 0,0 0 0,1 0 0,0 0 0,1 6 0,-1-6 0,1 0 0,-1 1 0,1-1 0,-1 0 0,1 0 0,0 0 0,1 0 0,-1 0 0,1-1 0,0 1 0,-1-1 0,2 1 0,-1-1 0,0 0 0,1 0 0,-1-1 0,1 1 0,0-1 0,0 1 0,0-1 0,0-1 0,0 1 0,0 0 0,0-1 0,1 0 0,-1 0 0,1 0 0,-1-1 0,6 1 0,-2-1 0,0-1 0,0 1 0,0-1 0,0-1 0,0 0 0,0 0 0,0 0 0,-1-1 0,1 0 0,-1 0 0,0-1 0,0 0 0,0 0 0,-1-1 0,10-8 0,-11 8 9,0 0-1,-1 0 1,0 0-1,0-1 1,0 1 0,0-1-1,-1 0 1,0 0-1,-1-1 1,1 1-1,-1 0 1,0-1-1,1-8 1,-3 12-62,1-1 0,-1 1 0,0 0 0,0-1 0,0 1 0,-1-1 0,1 1 0,-1 0 0,0-1 0,0 1 0,0 0 0,0 0 0,-1 0-1,1 0 1,-1 0 0,0 0 0,0 0 0,0 0 0,0 1 0,0-1 0,-1 1 0,1-1 0,-1 1 0,1 0 0,-1 0 0,0 0 0,-6-3 0,-12-4-6773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1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24575,'7'0'0,"13"0"0,7 0 0,10 0 0,9 0 0,4 0 0,1 0 0,-2 0 0,-4 0 0,-8 0 0,-9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24575,'0'7'0,"0"7"0,0 7 0,0 8 0,0 2 0,0 3 0,0 0 0,0-3 0,0-3 0,0-2 0,0-6-8191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2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24575,'7'0'0,"6"0"0,8 0 0,8 0 0,2 0 0,4 4 0,-2 1 0,-1 3 0,3 0 0,0-1 0,1-1 0,-1-3 0,-4-1 0,-4-1 0,-2-1 0,-2 0 0,-5-1-8191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24575,'1'2'0,"1"-1"0,-1 1 0,1-1 0,-1 1 0,0 0 0,0 0 0,0-1 0,0 1 0,0 0 0,0 0 0,0 0 0,-1 0 0,1 0 0,-1 0 0,0 0 0,1 0 0,-1 0 0,0 0 0,0 3 0,1 3 0,63 368 0,-58-313 0,-3 0 0,-9 108 0,-12-84-1365,16-71-5461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4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24575,'0'574'0,"-1"-547"65,-9 46-1,-1 17-1558,11-72-5332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21 24575,'-1'-1'0,"1"0"0,-1-1 0,0 1 0,0 0 0,0 0 0,0 0 0,0 0 0,0 0 0,0 0 0,0 0 0,-1 0 0,1 0 0,0 0 0,0 1 0,-1-1 0,1 0 0,-1 1 0,1-1 0,0 1 0,-1 0 0,1-1 0,-1 1 0,1 0 0,-1 0 0,1 0 0,-3 0 0,-42-2 0,41 3 0,1 0 0,0 0 0,0 0 0,0 0 0,0 1 0,0-1 0,0 1 0,0 0 0,1 0 0,-1 1 0,1-1 0,-1 1 0,1-1 0,0 1 0,0 0 0,0 1 0,1-1 0,-1 0 0,1 1 0,-1-1 0,1 1 0,0 0 0,1 0 0,-1 0 0,1 0 0,-1 0 0,1 0 0,0 5 0,0-5 0,0 0 0,0 1 0,0-1 0,1 1 0,0-1 0,0 1 0,0-1 0,0 1 0,1-1 0,0 0 0,0 1 0,0-1 0,0 0 0,1 1 0,0-1 0,0 0 0,0 0 0,0-1 0,0 1 0,1 0 0,0-1 0,0 1 0,0-1 0,0 0 0,0 0 0,7 5 0,-2-4 0,0 1 0,0-1 0,0-1 0,0 0 0,1 0 0,-1-1 0,1 0 0,-1 0 0,1-1 0,0 0 0,17 0 0,-22-2 0,0 1 0,0-1 0,1 0 0,-1-1 0,0 1 0,0-1 0,0 1 0,0-1 0,-1-1 0,1 1 0,0 0 0,-1-1 0,0 0 0,1 1 0,-1-1 0,0-1 0,-1 1 0,1 0 0,0-1 0,-1 1 0,0-1 0,0 0 0,0 0 0,0 0 0,-1 0 0,2-5 0,0-1-273,-1 0 0,0 0 0,-1 1 0,0-18 0,-1 8-6553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7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62 24575,'0'-2'0,"0"-1"0,0 1 0,0 0 0,0-1 0,-1 1 0,1-1 0,-1 1 0,0 0 0,1-1 0,-1 1 0,0 0 0,0-1 0,-1 1 0,1 0 0,0 0 0,-1 0 0,1 0 0,-1 0 0,0 1 0,1-1 0,-5-2 0,3 2 0,0 0 0,-1 1 0,0-1 0,1 1 0,-1 0 0,0 0 0,1 0 0,-1 1 0,0-1 0,0 1 0,0 0 0,-7 1 0,3-1 0,0 2 0,0-1 0,1 1 0,-1 0 0,0 0 0,1 1 0,-1 0 0,1 1 0,0 0 0,0 0 0,0 0 0,1 1 0,-7 5 0,7-3 0,1-1 0,1 1 0,-1 0 0,1 1 0,0-1 0,1 1 0,-1 0 0,2 0 0,-1 0 0,1 0 0,0 0 0,1 1 0,0-1 0,0 0 0,1 1 0,1 12 0,-1-17 0,1 0 0,-1 0 0,1 0 0,0 0 0,0 0 0,0-1 0,1 1 0,-1 0 0,1-1 0,0 1 0,0-1 0,0 0 0,1 0 0,-1 0 0,1 0 0,-1 0 0,1 0 0,0 0 0,0-1 0,0 0 0,1 1 0,-1-1 0,1-1 0,-1 1 0,1 0 0,-1-1 0,1 0 0,0 1 0,0-2 0,0 1 0,-1 0 0,1-1 0,0 0 0,0 1 0,0-2 0,7 0 0,-8 1 5,1 0 0,-1-1 0,1 0-1,-1 0 1,1 0 0,-1 0 0,1-1 0,-1 1-1,0-1 1,0 0 0,0 0 0,0 0 0,0 0-1,0-1 1,-1 1 0,1-1 0,-1 0-1,1 1 1,-1-1 0,0 0 0,0 0 0,0-1-1,-1 1 1,3-4 0,-1-4-217,1 1 0,-1-1 0,0 0-1,-1 0 1,-1 0 0,1-19 0,-2 10-6614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8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24575,'4'0'0,"11"0"0,11 0 0,5 4 0,11 1 0,2-1 0,-3 0 0,-4-2 0,-2 0 0,-3-1 0,-4-1 0,-6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8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24575,'-4'0'0,"0"8"0,-4 9 0,-1 5 0,2 6 0,2 10 0,1 5 0,-1 6 0,-1 2 0,1-4 0,1-3 0,2-9-8191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19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24575,'11'0'0,"10"0"0,17 0 0,5 0 0,2 0 0,8 0 0,-1 0 0,-6 0 0,-7 0 0,-7 0 0,-9 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24575,'-16'64'0,"9"183"9,9-146-1383,-2-90-5452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40 24575,'-1'-2'0,"0"0"0,0 1 0,0-1 0,0 0 0,-1 1 0,1-1 0,-1 1 0,1 0 0,-1-1 0,0 1 0,0 0 0,0-1 0,0 1 0,0 0 0,0 0 0,-1 0 0,1 0 0,0 0 0,-1 0 0,0 1 0,1-1 0,-1 1 0,-5-2 0,-2 0 0,-1 0 0,0 0 0,0 1 0,-20-2 0,29 3 0,-1 0 0,1 1 0,0-1 0,0 0 0,-1 0 0,1 1 0,0-1 0,0 1 0,0-1 0,0 1 0,0 0 0,0 0 0,0-1 0,0 1 0,0 0 0,1 0 0,-1 0 0,0 0 0,1 0 0,-1 0 0,1 1 0,0-1 0,0 0 0,0 0 0,0 1 0,0-1 0,0 0 0,0 1 0,0-1 0,1 0 0,0 1 0,-1-1 0,1 1 0,0-1 0,0 0 0,0 1 0,0-1 0,1 3 0,-1 0 0,0-1 0,1 0 0,0 1 0,0-1 0,0 0 0,0 1 0,1-1 0,0 0 0,0 0 0,0 0 0,1 0 0,0 0 0,0 0 0,0 0 0,7 4 0,-7-5 0,0-1 0,0 1 0,0-1 0,0 0 0,0 0 0,1 0 0,-1 0 0,1 0 0,-1 0 0,1 0 0,-1-1 0,1 1 0,0-1 0,-1 0 0,1 0 0,0 0 0,-1 0 0,1 0 0,0 0 0,-1 0 0,1-1 0,0 1 0,-1-1 0,1 0 0,-1 0 0,1 0 0,-1 0 0,0 0 0,0 0 0,1 0 0,-2-1 0,1 1 0,0-1 0,0 1 0,-1-1 0,1 0 0,-1 0 0,0 1 0,0-1 0,0 0 0,0 0 0,0-1 0,-1 1 0,1 0 0,-1 0 0,0 0 0,0-1 0,-1 1 0,1 0 0,0-4 0,0-8-1365,-1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24575,'11'147'0,"0"4"0,-12 27-1365,1-165-5461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38 24575,'-16'-4'0,"-1"1"0,0 1 0,0-1 0,0 2 0,0-1 0,0 2 0,0-1 0,-27 3 0,8-2 0,32 0 0,0 0 0,1 0 0,-1 0 0,0 0 0,0 1 0,1-1 0,-1 1 0,1 0 0,-1-1 0,1 1 0,-1 0 0,1 0 0,0 1 0,-1-1 0,1 0 0,0 0 0,1 1 0,-1 0 0,0-1 0,-2 3 0,3-2 0,0 0 0,0 0 0,1 1 0,-1-1 0,1 1 0,0-1 0,0 0 0,0 1 0,0 0 0,1-1 0,0 1 0,-1-1 0,2 1 0,-1-1 0,0 1 0,1-1 0,0 1 0,1 3 0,-1-3 0,1-1 0,-1 1 0,1 0 0,-1-1 0,1 1 0,0-1 0,1 1 0,-1-1 0,1 0 0,0 0 0,-1 1 0,2-1 0,-1 0 0,0 0 0,1-1 0,-1 1 0,1 0 0,0-1 0,0 1 0,0-1 0,0 0 0,0 0 0,0 0 0,0 0 0,1-1 0,-1 1 0,1 0 0,-1-1 0,6 0 0,-2 0 0,0 0 0,0-1 0,0 1 0,0-1 0,0 0 0,0 0 0,0-1 0,-1 0 0,1 0 0,-1 0 0,0 0 0,0-1 0,0 1 0,-1-1 0,10-5 0,-11 5 9,0 0-1,-1-1 1,0 1-1,0 0 1,0-1 0,0 0-1,-1 1 1,0-1-1,-1 0 1,1 0-1,-1 0 1,0 0-1,1-6 1,-3 8-62,1 0 0,-1 0 0,0 0 0,0 0 0,0 0 0,-1-1 0,1 1 0,-1 0 0,0 0 0,0 0 0,0 0 0,0 0 0,-1 0-1,1 0 1,-1 0 0,0 1 0,0-1 0,0 0 0,0 1 0,0-1 0,-1 0 0,1 1 0,-1 0 0,1-1 0,-1 1 0,0 0 0,-6-2 0,-12-3-6773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24575,'7'0'0,"13"0"0,7 0 0,10 0 0,9 0 0,4 0 0,1 0 0,-2 0 0,-4 0 0,-8 0 0,-9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24575,'0'5'0,"0"3"0,0 5 0,0 5 0,0 2 0,0 1 0,0 0 0,0-1 0,0-2 0,0-2 0,0-4-8191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36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24575,'7'0'0,"6"0"0,8 0 0,8 0 0,2 0 0,4 2 0,-2 1 0,-1 2 0,3 1 0,0-2 0,1 0 0,-1-2 0,-4-1 0,-4-1 0,-2 1 0,-2-2 0,-5 1-8191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0:59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24575,'501'17'0,"-245"6"0,95 3 0,-57-16 0,37 0 0,-139-8 0,214-8 0,-228-24 0,-129 19 0,1 3 0,87-5 0,-90 11 0,58-10 0,-59 5 0,-13-1-1365,-19 4-5461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7:09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24575,'117'-2'0,"-50"-1"0,0 3 0,1 3 0,111 20 0,-85-7 0,184 9 0,375-20 0,-349-8 0,592 3 0,-887 0 0,-1 1 0,1 0 0,-1 0 0,0 0 0,1 1 0,-1 1 0,0-1 0,0 1 0,0 0 0,-1 1 0,1 0 0,-1 0 0,0 1 0,0 0 0,0 0 0,-1 1 0,0-1 0,0 1 0,0 1 0,-1-1 0,7 11 0,-4-4 0,-1 0 0,0 1 0,-1 0 0,-1 0 0,0 1 0,-1-1 0,0 1 0,-1 0 0,-1 0 0,-1 0 0,1 17 0,18 268 0,-21 655 0,-2-900 0,-16 94 0,10-96 0,-4 107 0,15 528-1365,-2-666-5461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57:1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24575,'0'4'0,"0"4"0,0 5 0,0 7 0,0 4 0,0 2 0,0-1 0,0 0 0,0-1 0,0-1 0,0 2 0,0 2 0,0-2 0,0-4-8191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01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24575,'1653'0'0,"-1571"11"0,-8-1 0,432-8 0,-258-4 0,-246 2 0,1 0 0,-1 0 0,1 0 0,-1 0 0,1 0 0,-1 1 0,1-1 0,-1 1 0,1 0 0,-1 0 0,0 0 0,1 0 0,-1 0 0,0 0 0,0 0 0,0 1 0,0-1 0,0 1 0,0 0 0,0-1 0,0 1 0,2 4 0,-1 0 0,0 0 0,-1 1 0,0-1 0,0 1 0,0 0 0,1 13 0,0 0 0,14 130 0,-9-67 0,0 26 11,-9 126 1,-1-89-1400,2-128-5438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0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24575,'2'67'0,"2"-1"0,4 0 0,17 72 0,-5-71 0,-14-50 0,-1 1 0,0-1 0,-1 1 0,-1 1 0,1 24 0,-6 332-1365,2-357-5461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0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24575,'11'297'0,"1"15"0,-13-280 0,0-3 0,1 0 0,2 1 0,10 55 0,0-22 50,9 30-1465,-16-79-5411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1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61 24575,'-85'-2'0,"41"0"0,-1 2 0,-65 8 0,107-7 0,0-1 0,0 1 0,1-1 0,-1 1 0,0 0 0,1 0 0,-1 0 0,1 0 0,-1 1 0,1-1 0,-1 1 0,1-1 0,0 1 0,0 0 0,0 0 0,0 0 0,0 0 0,0 0 0,1 0 0,-1 1 0,1-1 0,-1 1 0,1-1 0,0 1 0,0-1 0,0 1 0,-1 4 0,1 4 0,-1 0 0,2 1 0,0-1 0,0 1 0,3 16 0,-2-22 0,-1-2 0,1 1 0,-1 0 0,1 0 0,1-1 0,-1 1 0,1 0 0,-1-1 0,1 0 0,0 1 0,1-1 0,-1 0 0,1 0 0,0 0 0,0 0 0,0-1 0,0 1 0,1-1 0,0 0 0,-1 0 0,1 0 0,0 0 0,0-1 0,1 1 0,-1-1 0,0 0 0,1-1 0,8 3 0,7 0 0,1-1 0,0-1 0,-1 0 0,1-2 0,24-2 0,-25 1 0,-10-1 0,0 1 0,0-2 0,0 1 0,0-1 0,0-1 0,-1 0 0,0 0 0,0-1 0,0 0 0,0-1 0,8-7 0,-4 4 0,-2-1 0,1 0 0,-1-1 0,-1 0 0,0-1 0,15-23 0,-22 29-68,0-1 0,0 0-1,0 1 1,-1-1 0,0 0 0,0 0-1,-1-1 1,0 1 0,0 0 0,-1 0-1,0-1 1,0 1 0,-1 0 0,0 0-1,0 0 1,0-1 0,-1 1-1,0 0 1,-4-6 0,-3-7-6758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1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2 24575,'-30'0'0,"12"-1"0,0 1 0,0 0 0,0 2 0,1 0 0,-26 6 0,39-6 0,0-1 0,0 1 0,0 0 0,0 0 0,0 0 0,1 0 0,-1 1 0,0-1 0,1 1 0,0 0 0,0 0 0,0 0 0,0 0 0,0 1 0,1-1 0,-1 1 0,1 0 0,0 0 0,0 0 0,0 0 0,1 0 0,0 0 0,-1 0 0,1 0 0,1 1 0,-1-1 0,0 7 0,0-4 0,1 0 0,0 0 0,0 1 0,0-1 0,1 0 0,0 0 0,0 0 0,1 0 0,0 0 0,0-1 0,1 1 0,-1-1 0,7 10 0,-5-11 0,0 0 0,0 0 0,0-1 0,1 0 0,0 0 0,0 0 0,0 0 0,1-1 0,-1 0 0,1 0 0,-1 0 0,1-1 0,0 0 0,0 0 0,10 2 0,-3-1 0,0 0 0,0-1 0,0 0 0,1-1 0,-1-1 0,1 0 0,-1-1 0,24-4 0,-32 4 0,0-1 0,-1 1 0,1-1 0,-1 0 0,0 0 0,1-1 0,-1 1 0,0-1 0,-1 0 0,1 0 0,0 0 0,-1 0 0,0-1 0,1 1 0,-1-1 0,-1 0 0,1 0 0,-1 0 0,1 0 0,-1-1 0,0 1 0,-1-1 0,1 1 0,-1-1 0,0 1 0,0-1 0,1-6 0,-1 5 12,-1-1 0,1 1 0,-1 0 0,0-1 0,-1 1 0,1 0 0,-1-1 0,0 1 0,-4-12 0,3 15-95,0 0 1,1-1-1,-1 1 1,-1 0-1,1 0 1,0 0-1,-1 0 1,1 0-1,-1 1 1,0-1-1,0 1 1,0 0-1,0 0 1,0 0-1,-1 0 1,1 0-1,-6-1 1,-16-5-6744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1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24575,'7'0'0,"13"0"0,15 0 0,11 0 0,9 0 0,6 0 0,3 0 0,-1 0 0,-9 0 0,-9 0 0,-10 0 0,-9 0-8191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13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24575,'0'4'0,"0"4"0,0 9 0,0 8 0,0 7 0,0 9 0,0 1 0,0 5 0,0-3 0,0-5 0,0-5 0,0-6 0,0-3 0,0-3 0,0-4-8191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1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24575,'3'0'0,"6"0"0,4 0 0,4 0 0,2-3 0,2-2 0,4 0 0,2 2 0,0 0 0,-2 2 0,0 0 0,-2 0 0,-1 1 0,-1 1 0,1-1 0,-1 0 0,-4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20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0 24575,'1'108'0,"1"-23"0,-3 1 0,-22 145 0,9-123 0,4 1 0,9 203 0,4-136 0,-2-61 0,-18 356 0,-6 121 0,19-227 0,-27-9 0,-3 111 0,36-274 0,-15 522 0,-16 41 0,27-525 0,5 190 0,7-305 0,31 138 0,-11-79 0,-21-132 0,1 0 0,1 0 0,3-1 0,2-1 0,1 0 0,2-1 0,2-1 0,1-1 0,3-1 0,0-1 0,37 39 0,-26-37 0,2-1 0,1-2 0,1-2 0,2-1 0,1-3 0,2-1 0,1-2 0,0-2 0,54 18 0,-7-10 0,1-5 0,1-4 0,136 16 0,294-13 0,-442-23 0,98 16 0,-17 0 0,-136-16 0,0 1 0,0 1 0,0 1 0,-1 2 0,0 0 0,0 2 0,37 20 0,-44-19 0,-1 0 0,-1 2 0,0 0 0,-1 1 0,0 1 0,-1 0 0,-1 1 0,0 1 0,-1 1 0,12 20 0,-4 2 0,21 52 0,-34-72 0,-1 3 0,0 0 0,-2 0 0,0 1 0,-2-1 0,3 46 0,-7 126 0,-3-92 0,0-53 0,-2-1 0,-3 1 0,-18 64 0,11-51 0,-9 77 0,19-28-1365,6-89-5461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11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24575,'0'279'-1365,"0"-268"-5461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1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24575,'225'-13'0,"-198"13"-1365,-16 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18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1470 1 24575,'0'723'0,"-4"-679"0,-1-1 0,-3 0 0,-1-1 0,-2 1 0,-18 43 0,13-36 0,-7 18 0,-62 127 0,65-158 0,-1-2 0,-2 0 0,-1-1 0,-52 56 0,37-55 0,-2-2 0,-1-1 0,-53 29 0,-151 70 0,174-89 0,-127 53 0,114-68 0,66-22 0,1 0 0,0 1 0,0 1 0,0 0 0,1 2 0,-33 20 0,36-15 0,0 0 0,1 1 0,1 1 0,-18 29 0,21-31 0,2-3 0,1 0 0,1 1 0,0 0 0,0 0 0,1 0 0,1 1 0,0-1 0,-2 23 0,2 13 0,3 48 0,0-52 0,0 127-1365,0-159-5461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1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24575,'0'5'0,"0"5"0,0 4 0,0 1 0,0 1 0,0 2 0,0 0 0,0 0 0,0-2 0,0-1 0,0 0 0,0-1 0,0-3-8191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27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24575,'14'204'0,"-1"-56"0,-11-105 0,9 272 0,-14-207 0,6 120 0,-1-217-1365,1-3-5461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58 24575,'-14'0'0,"-73"3"0,82-2 0,-1 0 0,1 0 0,0 0 0,0 0 0,0 1 0,0 0 0,0 0 0,0 0 0,0 0 0,0 1 0,1 0 0,-1 0 0,-4 4 0,7-4 0,0 1 0,0-1 0,1 0 0,-1 1 0,0-1 0,1 1 0,0 0 0,0-1 0,0 1 0,0 0 0,1 0 0,0-1 0,-1 1 0,1 0 0,1 0 0,-1 0 0,0-1 0,1 1 0,1 4 0,-1-2 0,1 0 0,0 1 0,0-1 0,0 0 0,1 0 0,0-1 0,0 1 0,0-1 0,1 1 0,6 6 0,-4-6 0,0 0 0,1-1 0,0 0 0,0-1 0,0 1 0,1-1 0,-1 0 0,1-1 0,0 0 0,0 0 0,0-1 0,1 0 0,15 2 0,-21-4 0,1 0 0,0 0 0,0 0 0,0-1 0,0 1 0,-1-1 0,1 0 0,0 0 0,-1 0 0,1-1 0,0 1 0,-1-1 0,0 0 0,1 0 0,-1 0 0,0 0 0,0 0 0,0-1 0,0 1 0,-1-1 0,1 0 0,-1 0 0,1 0 0,-1 0 0,0-1 0,0 1 0,0 0 0,-1-1 0,1 1 0,-1-1 0,0 0 0,1-5 0,-1 1 9,0 0-1,0 1 1,0-1-1,-1 0 1,0 1 0,-1-1-1,0 0 1,0 1-1,-1-1 1,0 1-1,0-1 1,-1 1-1,-4-11 1,2 8-174,0 0 0,-1 1 0,-1-1 0,1 1 0,-1 1 0,-1-1 0,1 1 0,-15-12 0,6 9-6661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26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24575,'10'315'0,"-6"-221"0,22 153 0,-13-153 0,1 113 0,-15-92-1365,1-102-5461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2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42 24575,'-3'-1'0,"0"0"0,1 0 0,-1 0 0,1 0 0,-1 0 0,1-1 0,-1 1 0,1-1 0,0 0 0,-3-2 0,-15-9 0,9 10 0,1 0 0,-1 1 0,0 1 0,0 0 0,1 0 0,-1 1 0,0 0 0,0 1 0,0 0 0,-15 4 0,20-3 0,0-1 0,0 1 0,1 1 0,-1-1 0,1 1 0,-1-1 0,1 2 0,0-1 0,-5 5 0,7-6 0,1 0 0,0 1 0,0-1 0,0 0 0,1 1 0,-1-1 0,0 1 0,1 0 0,0-1 0,0 1 0,0 0 0,0 0 0,0 0 0,0 0 0,1 0 0,-1 0 0,1 0 0,0 6 0,1-4 0,1 0 0,-1 0 0,1 1 0,1-1 0,-1 0 0,0 0 0,1-1 0,0 1 0,0-1 0,1 1 0,-1-1 0,1 0 0,0 0 0,0 0 0,0-1 0,8 5 0,-3-1 0,1 0 0,0 0 0,1-1 0,0-1 0,0 0 0,18 6 0,-24-10 0,0 1 0,0-1 0,0-1 0,1 1 0,-1-1 0,0 1 0,0-2 0,0 1 0,1 0 0,7-3 0,-11 2 0,0 0 0,0 0 0,0 0 0,-1 0 0,1 0 0,0 0 0,-1 0 0,1-1 0,-1 1 0,1-1 0,-1 1 0,0-1 0,1 0 0,-1 1 0,0-1 0,0 0 0,0 0 0,-1 0 0,1 0 0,0 0 0,-1 0 0,1 0 0,-1 0 0,0 0 0,0 0 0,1 0 0,-1 0 0,-1-4 0,-1-101-1365,2 95-5461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24575,'5'0'0,"3"0"0,5 0 0,7 0 0,7 0 0,5 0 0,3 0 0,-4 0 0,-1 0 0,-5 0 0,-3 0 0,-4 0 0,-5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24575,'14'154'115,"-8"-103"-855,1 59 0,-7-97-6086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24575,'292'13'-1365,"-281"-13"-5461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24575,'5'0'0,"3"0"0,3 0 0,4 0 0,4 0 0,1 0 0,-1 0 0,-1 0 0,-2 0 0,0 0 0,-2 0 0,-1 0 0,-2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24575,'0'146'0,"0"-146"0,0 1 0,0 0 0,0-1 0,0 1 0,1 0 0,-1-1 0,0 1 0,0-1 0,0 1 0,1-1 0,-1 1 0,0 0 0,1-1 0,-1 1 0,0-1 0,1 1 0,-1-1 0,1 0 0,-1 1 0,1-1 0,-1 1 0,1-1 0,-1 0 0,1 1 0,-1-1 0,1 0 0,-1 0 0,1 1 0,0-1 0,-1 0 0,1 0 0,-1 0 0,1 0 0,0 0 0,-1 0 0,1 0 0,0 0 0,-1 0 0,1 0 0,-1 0 0,1 0 0,1-1 0,36-12 0,-4 1 0,-32 12 0,1 0 0,-1 0 0,1 0 0,-1 0 0,1 1 0,-1-1 0,0 1 0,1 0 0,-1 0 0,0 0 0,0 0 0,1 0 0,-1 0 0,0 1 0,0-1 0,0 0 0,0 1 0,-1 0 0,1 0 0,2 2 0,-1 0 0,0 1 0,-1-1 0,0 0 0,0 1 0,0-1 0,0 1 0,0-1 0,-1 1 0,0 0 0,1 7 0,-1-9 0,-1 1 0,1 0 0,-1 0 0,0 0 0,0 1 0,0-1 0,0 0 0,-1 0 0,0 0 0,0-1 0,0 1 0,0 0 0,0 0 0,-1 0 0,1-1 0,-1 1 0,0-1 0,-1 1 0,1-1 0,0 0 0,-1 0 0,0 0 0,0 0 0,0 0 0,0-1 0,0 1 0,-5 2 0,-5-1-114,0 0 1,-1-1-1,1 0 0,-1-1 0,1-1 1,-1 0-1,0-1 0,1 0 0,-1-1 1,0-1-1,-15-4 0,20 4-6712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48:3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24575,'1'8'0,"1"0"0,0 0 0,0 0 0,1 0 0,0-1 0,0 1 0,1-1 0,0 0 0,5 7 0,10 23 0,-7-9 0,2 0 0,1-1 0,1-1 0,1-1 0,20 24 0,-37-49 0,1 1 0,-1-1 0,0 0 0,1 1 0,-1-1 0,0 0 0,1 0 0,-1 1 0,0-1 0,1 0 0,-1 0 0,1 0 0,-1 0 0,0 1 0,1-1 0,-1 0 0,1 0 0,-1 0 0,1 0 0,-1 0 0,0 0 0,1 0 0,-1 0 0,1 0 0,-1-1 0,1 1 0,-1 0 0,0 0 0,1 0 0,-1 0 0,0 0 0,1-1 0,-1 1 0,1-1 0,14-16 0,7-25 0,-22 40 0,89-217-1365,-84 209-5461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33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0 24575,'595'0'0,"-567"2"0,46 7 0,27 2 0,-86-11 0,0 1 0,-1 0 0,1 1 0,0 0 0,0 2 0,-1-1 0,19 9 0,-16-6 0,-11-5 0,-1 1 0,0-1 0,0 1 0,0 0 0,0 1 0,0-1 0,-1 1 0,1 0 0,-1 0 0,0 0 0,0 0 0,0 1 0,0 0 0,0 0 0,-1 0 0,0 0 0,1 1 0,-2-1 0,1 1 0,3 6 0,10 25 0,-5-10 0,0-1 0,-1 2 0,7 34 0,-7 13 0,-2 1 0,-4 0 0,-7 90 0,0-32 0,3 1008 0,-11-988 0,1-11 0,-1 15 0,0 19 0,-4 189 0,14-354 0,-4 36 0,-1 1 0,-2-2 0,-2 1 0,-30 81 0,14-65 0,14-32 0,-1 1 0,-2-2 0,-23 36 0,21-39 0,10-15 0,-1-1 0,0 0 0,-1 0 0,0-1 0,-19 18 0,-1-7 0,-1 0 0,-1-2 0,-1-2 0,0 0 0,-2-2 0,1-2 0,-43 11 0,-29 1 0,-117 12 0,176-31 0,-131 34 0,126-26 0,0-2 0,-74 7 0,117-18 0,-1 0 0,0 0 0,0 1 0,1 0 0,-1 0 0,1 1 0,0 0 0,0 0 0,0 1 0,0 1 0,1-1 0,-1 1 0,1 0 0,0 1 0,0-1 0,1 1 0,0 1 0,0-1 0,1 1 0,-1 0 0,1 1 0,1-1 0,0 1 0,0 0 0,0 0 0,1 0 0,-4 13 0,-14 46 0,-25 138 0,28-76 0,-28 145 0,-15-89 0,47-139-455,3 0 0,-11 77 0,21-104-6371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3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24575,'0'1422'-1365,"0"-1404"-5461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24575,'-2'178'0,"5"184"0,18-184 0,-11-56 0,1 17 0,-12 131-1365,1-251-5461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297 108 24575,'0'-4'0,"-1"0"0,1 0 0,-1-1 0,0 1 0,0 0 0,-1 0 0,1 0 0,-1 0 0,0 0 0,0 0 0,0 1 0,-1-1 0,1 1 0,-1-1 0,0 1 0,0 0 0,0 0 0,0 0 0,-1 0 0,1 1 0,-1 0 0,1-1 0,-1 1 0,0 0 0,0 1 0,0-1 0,0 1 0,-5-2 0,-5-1 0,-1 1 0,0 0 0,0 1 0,0 0 0,0 1 0,-29 2 0,40 0 0,1 0 0,-1 0 0,1 0 0,-1 0 0,1 0 0,0 1 0,0 0 0,0 0 0,0 0 0,0 0 0,0 0 0,0 0 0,1 1 0,-1-1 0,1 1 0,-1 0 0,1 0 0,0 0 0,0 0 0,1 0 0,-1 0 0,1 1 0,-1-1 0,1 0 0,0 1 0,-1 5 0,-3 12 0,1 0 0,1 0 0,0 27 0,2-36 0,0-8 0,1-1 0,0 1 0,0 0 0,0 0 0,0-1 0,1 1 0,0 0 0,-1-1 0,1 1 0,1-1 0,-1 1 0,0-1 0,1 1 0,0-1 0,-1 0 0,1 0 0,1 0 0,-1 0 0,0 0 0,1 0 0,-1-1 0,1 1 0,0-1 0,4 3 0,0-1 0,1 0 0,0-1 0,-1-1 0,1 1 0,0-1 0,0 0 0,0-1 0,0 0 0,1 0 0,8-1 0,-7 0 0,1 0 0,0-1 0,-1 0 0,1 0 0,-1-1 0,1-1 0,-1 0 0,0 0 0,0-1 0,0 0 0,15-9 0,-21 10 0,0 0 0,-1 0 0,1 0 0,-1 0 0,1-1 0,-1 0 0,0 1 0,0-1 0,-1 0 0,1-1 0,-1 1 0,0 0 0,0-1 0,-1 1 0,1-1 0,-1 1 0,0-1 0,0 0 0,0 0 0,-1 0 0,1 1 0,-1-1 0,-1 0 0,1 0 0,-1 0 0,1 1 0,-4-10 0,2 7-195,0 1 0,-1-1 0,0 1 0,0 0 0,0 0 0,-7-9 0,-9-10-6631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67 24575,'0'-2'0,"0"0"0,0-1 0,-1 1 0,1 0 0,0-1 0,-1 1 0,0 0 0,0-1 0,1 1 0,-1 0 0,-1 0 0,1 0 0,0 0 0,0 0 0,-1 0 0,1 0 0,-1 0 0,0 1 0,1-1 0,-4-2 0,1 2 0,0-1 0,-1 1 0,1 0 0,-1 0 0,1 1 0,-1-1 0,0 1 0,1 0 0,-10-1 0,6 1 0,1 1 0,0 0 0,0 0 0,0 0 0,0 1 0,0 0 0,0 1 0,0-1 0,0 1 0,0 1 0,0-1 0,1 1 0,-1 0 0,-5 5 0,8-4 0,1 0 0,0 0 0,0 1 0,0-1 0,1 1 0,-1 0 0,1 0 0,1 0 0,-1 0 0,1 0 0,-1 0 0,1 0 0,1 1 0,-1-1 0,1 9 0,0-5 0,0 1 0,0 0 0,1 0 0,0-1 0,1 1 0,0-1 0,6 17 0,-5-22 0,0 0 0,0 0 0,0 0 0,1 0 0,-1-1 0,1 0 0,0 1 0,0-1 0,0-1 0,0 1 0,1 0 0,-1-1 0,1 0 0,-1 0 0,1-1 0,0 1 0,0-1 0,0 0 0,-1 0 0,1 0 0,0-1 0,0 0 0,0 0 0,0 0 0,0-1 0,0 1 0,0-1 0,0 0 0,9-4 0,-8 2 0,0 0 0,0-1 0,0 0 0,0 0 0,-1 0 0,0-1 0,0 0 0,0 0 0,0 0 0,-1-1 0,0 1 0,0-1 0,0 0 0,-1 0 0,0 0 0,4-13 0,-5 14 0,-1 0 0,0 0 0,0 0 0,0 0 0,-1-1 0,0 1 0,0 0 0,0 0 0,-1-1 0,0 1 0,0 0 0,0 0 0,0 0 0,-1 0 0,0 0 0,0 1 0,0-1 0,-1 0 0,1 1 0,-1-1 0,0 1 0,-1 0 0,-5-6 0,-11-8-1365,1 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24575,'4'0'0,"7"0"0,7 0 0,7 0 0,6 0 0,6 0 0,3 0 0,2 0 0,-3 0 0,-3 0 0,-6 0 0,-3 0 0,-3 0 0,-2 0 0,-5-3 0,-5-2-8191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24575,'0'4'0,"0"8"0,0 6 0,0 7 0,0 10 0,0 2 0,0-1 0,0 4 0,0-1 0,0-3 0,-3-5 0,-2-1 0,0-1 0,2-6-8191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1:5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24575,'0'-3'0,"7"-2"0,10 0 0,9 1 0,4 1 0,3 2 0,1 7 0,1 3 0,-2 1 0,-2-3 0,-4-1 0,-2-3 0,-2-1 0,-5-1-8191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0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24575,'3'-4'0,"0"-1"0,0 1 0,1-1 0,-1 1 0,1 0 0,0 0 0,0 1 0,1-1 0,-1 1 0,1 0 0,-1 0 0,1 0 0,0 1 0,0 0 0,0 0 0,0 0 0,1 0 0,-1 1 0,1 0 0,5 0 0,15-2 0,1 1 0,51 4 0,-38-1 0,-31-1 0,-1 1 0,1 0 0,0 0 0,-1 1 0,1 0 0,-1 0 0,15 6 0,-22-7 0,1 0 0,-1-1 0,0 1 0,0 0 0,1 0 0,-1 0 0,0 0 0,0 0 0,0 0 0,0 0 0,0 0 0,0 0 0,-1 0 0,1 1 0,0-1 0,-1 0 0,1 1 0,0-1 0,-1 0 0,1 3 0,-1-1 0,0-1 0,-1 0 0,1 1 0,-1-1 0,1 0 0,-1 1 0,0-1 0,0 0 0,0 0 0,0 0 0,0 0 0,-1 0 0,1 0 0,-1 0 0,1 0 0,-1 0 0,-2 1 0,-11 9 0,1-1 0,-2-1 0,0 0 0,-18 7 0,17-6 0,63-13 0,-10 0 0,45 4 0,-72-2 0,-1 2 0,1-1 0,0 1 0,0 0 0,-1 0 0,1 1 0,-1 1 0,0-1 0,0 1 0,10 7 0,-15-9 0,0 1 0,-1-1 0,1 0 0,-1 1 0,0-1 0,0 1 0,0 0 0,0 0 0,0 0 0,-1 0 0,1 0 0,-1 0 0,0 1 0,0-1 0,0 0 0,0 1 0,0-1 0,-1 0 0,0 1 0,0-1 0,0 1 0,0-1 0,0 0 0,-1 1 0,1-1 0,-1 1 0,0-1 0,0 0 0,0 0 0,-2 4 0,1-2 0,0 0 0,-1 0 0,0-1 0,0 1 0,0-1 0,0 0 0,-1 0 0,1 0 0,-1 0 0,0 0 0,0-1 0,-1 0 0,1 0 0,-1 0 0,1 0 0,-1-1 0,0 0 0,-9 3 0,-51 6-455,-1-2 0,-130-2 0,176-7-6371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01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0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24575,'0'-2'0,"0"-1"0,0 1 0,0 0 0,0-1 0,0 1 0,1-1 0,-1 1 0,1 0 0,-1-1 0,1 1 0,0 0 0,0 0 0,0-1 0,0 1 0,1 0 0,-1 0 0,1 0 0,-1 1 0,1-1 0,3-3 0,-1 3 0,0 0 0,1 0 0,-1 0 0,0 0 0,1 1 0,0 0 0,-1 0 0,1 0 0,0 1 0,5-1 0,20-2 0,0 1 0,1 2 0,-1 1 0,56 8 0,-84-8 0,0-1 0,0 1 0,-1-1 0,1 1 0,0 0 0,0-1 0,0 1 0,-1 0 0,1 0 0,0 0 0,-1 1 0,1-1 0,-1 0 0,1 1 0,-1-1 0,0 0 0,1 1 0,0 1 0,-2-1 0,1-1 0,-1 0 0,0 0 0,1 1 0,-1-1 0,0 0 0,0 1 0,0-1 0,0 0 0,0 0 0,-1 1 0,1-1 0,0 0 0,-1 1 0,1-1 0,0 0 0,-1 0 0,0 0 0,1 0 0,-2 2 0,-1 1 0,0 0 0,0 0 0,-1 0 0,1-1 0,-1 0 0,0 0 0,0 0 0,0 0 0,0 0 0,0-1 0,-1 0 0,-8 4 0,-70 3 0,51-8 0,28-1 0,12 0 0,17 1 0,-1 1 0,1 1 0,-1 1 0,1 1 0,-1 1 0,-1 1 0,32 14 0,-51-18 0,1 0 0,-1-1 0,0 2 0,0-1 0,0 0 0,0 1 0,-1 0 0,1-1 0,-1 1 0,0 1 0,0-1 0,-1 0 0,1 1 0,-1 0 0,0-1 0,0 1 0,-1 0 0,1 0 0,-1 0 0,0 0 0,0 0 0,-1 8 0,1-8 0,-1 0 0,1 0 0,-2-1 0,1 1 0,0 0 0,-1 0 0,0 0 0,0-1 0,0 1 0,-1-1 0,0 1 0,1-1 0,-2 1 0,1-1 0,0 0 0,-1 0 0,0 0 0,0 0 0,0-1 0,0 1 0,-1-1 0,1 1 0,-9 4 0,0-2-136,-1 0-1,0-1 1,0 0-1,0-2 1,-1 1-1,0-1 1,1-1-1,-1-1 0,-15 1 1,5-2-6690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0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24575,'1'21'0,"1"0"0,0 0 0,2-1 0,0 1 0,2-1 0,0 0 0,1-1 0,11 23 0,-6-15 0,-8-14 0,1-1 0,1 0 0,0 0 0,1-1 0,0 1 0,1-1 0,9 10 0,-16-21 0,0 1 0,0 0 0,0-1 0,0 1 0,0-1 0,0 1 0,0-1 0,1 0 0,-1 1 0,0-1 0,0 0 0,0 0 0,1 0 0,-1 0 0,0 0 0,0 0 0,0 0 0,1 0 0,-1 0 0,0-1 0,0 1 0,0-1 0,0 1 0,0-1 0,1 1 0,-1-1 0,0 1 0,0-1 0,0 0 0,0 1 0,-1-1 0,3-2 0,35-35 0,-28 26 0,125-148 0,-91 103 0,-29 37-1365,-3 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1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24575,'0'691'0,"2"-659"0,1 0 0,2-1 0,17 61 0,-13-59 0,-1 1 0,-1 0 0,1 37 0,-8 134 106,-1-87-1577,1-91-5355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24575,'3'5'0,"-1"1"0,1-1 0,-1 1 0,0-1 0,0 1 0,0 0 0,-1-1 0,0 1 0,0 0 0,-1 0 0,0 0 0,0 0 0,-1 7 0,2 5 0,-9 509 0,-3-136 0,11-58-1365,0-315-5461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4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24575,'-11'0'0,"0"0"0,0 1 0,-1 1 0,2-1 0,-1 2 0,0-1 0,0 1 0,-12 6 0,20-7 0,0-1 0,1 1 0,-1-1 0,1 1 0,-1 0 0,1 0 0,0 0 0,0 0 0,0 0 0,0 1 0,0-1 0,1 0 0,-1 1 0,1 0 0,-1-1 0,1 1 0,0 0 0,0 0 0,0 0 0,0-1 0,1 1 0,-1 0 0,1 0 0,0 0 0,0 0 0,0 0 0,0 0 0,0 0 0,1 0 0,-1 0 0,1 0 0,0 0 0,0 0 0,0 0 0,2 4 0,1 0 0,1 0 0,-1-1 0,1 1 0,0-1 0,1 0 0,-1-1 0,1 1 0,0-1 0,1 0 0,-1-1 0,1 0 0,0 0 0,0 0 0,0-1 0,13 5 0,-17-8 0,1 0 0,-1 0 0,0 0 0,0 0 0,0-1 0,1 1 0,-1-1 0,0 0 0,0 0 0,0 0 0,0 0 0,0-1 0,0 1 0,0-1 0,-1 1 0,1-1 0,-1 0 0,1 0 0,-1-1 0,1 1 0,3-5 0,0 0 0,1-1 0,-1 0 0,-1 0 0,0 0 0,9-18 0,-12 23-85,-1-1 0,0 0-1,1 1 1,-1-1 0,0 0-1,-1 0 1,1 0 0,-1 0-1,0 0 1,0 0 0,0 0-1,0 0 1,-1 0 0,0 0-1,-1-4 1,-6-11-6741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21 24575,'-1'-1'0,"0"0"0,1-1 0,-1 1 0,0 0 0,0 0 0,0 0 0,0 0 0,0 0 0,-1 0 0,1 0 0,0 0 0,0 0 0,-1 0 0,1 1 0,0-1 0,-1 0 0,1 1 0,0-1 0,-1 1 0,1 0 0,-1-1 0,1 1 0,-1 0 0,1 0 0,-1 0 0,-2 0 0,-41-2 0,40 3 0,1-1 0,0 1 0,-1 0 0,1 0 0,0 1 0,0-1 0,0 1 0,0 0 0,0 0 0,0 0 0,0 0 0,1 1 0,-1-1 0,1 1 0,0 0 0,0 0 0,0 1 0,0-1 0,0 0 0,1 1 0,-1 0 0,1-1 0,0 1 0,0 0 0,1 0 0,-1 0 0,1 1 0,0-1 0,0 0 0,0 0 0,0 1 0,1-1 0,0 1 0,0 6 0,0-5 0,0-1 0,1 0 0,-1 0 0,1 0 0,0 1 0,0-1 0,0 0 0,1 0 0,0-1 0,0 1 0,0 0 0,0 0 0,1-1 0,0 0 0,0 1 0,0-1 0,1 0 0,-1 0 0,1-1 0,0 1 0,0-1 0,0 0 0,0 0 0,1 0 0,-1-1 0,1 1 0,0-1 0,-1 0 0,6 1 0,-5-2 0,0 0 0,0 0 0,-1-1 0,1 0 0,0 0 0,0 0 0,-1-1 0,1 1 0,0-1 0,-1 0 0,1 0 0,0-1 0,-1 1 0,0-1 0,1 0 0,-1 0 0,0-1 0,0 1 0,0-1 0,0 0 0,-1 0 0,1 0 0,-1-1 0,0 1 0,0-1 0,0 0 0,0 0 0,0 0 0,-1 0 0,0 0 0,0 0 0,0-1 0,0 1 0,-1-1 0,0 0 0,0 1 0,0-1 0,0 0 0,-1 1 0,0-1 0,0 0 0,0 0 0,0 1 0,-1-1 0,0 0 0,0 1 0,-2-7 0,-5-6-1365,-2 3-5461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6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24575,'4'0'0,"8"0"0,9 0 0,5 0 0,5 0 0,1 0 0,-1 0 0,-7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6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24575,'0'4'0,"0"4"0,3 5 0,2 4 0,0 9 0,-2 4 0,0 5 0,-1-1 0,2-2 0,1-3 0,0-3 0,-2-2 0,-1-2 0,0-4-8191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02:5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24575,'3'0'0,"9"0"0,6 0 0,11 0 0,3 0 0,5 0 0,2 0 0,-2 0 0,1 0 0,-4 0 0,-3 0 0,-3 0 0,-3 0 0,-6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3:44:0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94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871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417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327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02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616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05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314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88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134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976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938B-D846-4AE8-A1C7-8FF36D305FFC}" type="datetimeFigureOut">
              <a:rPr lang="vi-VN" smtClean="0"/>
              <a:t>27/10/2025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266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70.xml"/><Relationship Id="rId159" Type="http://schemas.openxmlformats.org/officeDocument/2006/relationships/customXml" Target="../ink/ink81.xml"/><Relationship Id="rId170" Type="http://schemas.openxmlformats.org/officeDocument/2006/relationships/image" Target="../media/image83.png"/><Relationship Id="rId191" Type="http://schemas.openxmlformats.org/officeDocument/2006/relationships/customXml" Target="../ink/ink97.xml"/><Relationship Id="rId205" Type="http://schemas.openxmlformats.org/officeDocument/2006/relationships/image" Target="../media/image100.png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5.xml"/><Relationship Id="rId149" Type="http://schemas.openxmlformats.org/officeDocument/2006/relationships/customXml" Target="../ink/ink76.xml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image" Target="../media/image78.png"/><Relationship Id="rId181" Type="http://schemas.openxmlformats.org/officeDocument/2006/relationships/customXml" Target="../ink/ink92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60.xml"/><Relationship Id="rId139" Type="http://schemas.openxmlformats.org/officeDocument/2006/relationships/image" Target="../media/image68.png"/><Relationship Id="rId85" Type="http://schemas.openxmlformats.org/officeDocument/2006/relationships/image" Target="../media/image42.png"/><Relationship Id="rId150" Type="http://schemas.openxmlformats.org/officeDocument/2006/relationships/image" Target="../media/image73.png"/><Relationship Id="rId171" Type="http://schemas.openxmlformats.org/officeDocument/2006/relationships/customXml" Target="../ink/ink87.xml"/><Relationship Id="rId192" Type="http://schemas.openxmlformats.org/officeDocument/2006/relationships/image" Target="../media/image94.png"/><Relationship Id="rId206" Type="http://schemas.openxmlformats.org/officeDocument/2006/relationships/customXml" Target="../ink/ink105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image" Target="../media/image53.png"/><Relationship Id="rId129" Type="http://schemas.openxmlformats.org/officeDocument/2006/relationships/image" Target="../media/image63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1.xml"/><Relationship Id="rId161" Type="http://schemas.openxmlformats.org/officeDocument/2006/relationships/customXml" Target="../ink/ink82.xml"/><Relationship Id="rId182" Type="http://schemas.openxmlformats.org/officeDocument/2006/relationships/image" Target="../media/image89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8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6.xml"/><Relationship Id="rId151" Type="http://schemas.openxmlformats.org/officeDocument/2006/relationships/customXml" Target="../ink/ink77.xml"/><Relationship Id="rId172" Type="http://schemas.openxmlformats.org/officeDocument/2006/relationships/image" Target="../media/image84.png"/><Relationship Id="rId193" Type="http://schemas.openxmlformats.org/officeDocument/2006/relationships/customXml" Target="../ink/ink98.xml"/><Relationship Id="rId207" Type="http://schemas.openxmlformats.org/officeDocument/2006/relationships/image" Target="../media/image101.png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1.xml"/><Relationship Id="rId141" Type="http://schemas.openxmlformats.org/officeDocument/2006/relationships/image" Target="../media/image69.png"/><Relationship Id="rId7" Type="http://schemas.openxmlformats.org/officeDocument/2006/relationships/image" Target="../media/image3.png"/><Relationship Id="rId162" Type="http://schemas.openxmlformats.org/officeDocument/2006/relationships/image" Target="../media/image79.png"/><Relationship Id="rId183" Type="http://schemas.openxmlformats.org/officeDocument/2006/relationships/customXml" Target="../ink/ink93.xml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131" Type="http://schemas.openxmlformats.org/officeDocument/2006/relationships/image" Target="../media/image64.png"/><Relationship Id="rId136" Type="http://schemas.openxmlformats.org/officeDocument/2006/relationships/customXml" Target="../ink/ink69.xml"/><Relationship Id="rId157" Type="http://schemas.openxmlformats.org/officeDocument/2006/relationships/customXml" Target="../ink/ink80.xml"/><Relationship Id="rId178" Type="http://schemas.openxmlformats.org/officeDocument/2006/relationships/image" Target="../media/image8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image" Target="../media/image74.png"/><Relationship Id="rId173" Type="http://schemas.openxmlformats.org/officeDocument/2006/relationships/customXml" Target="../ink/ink88.xml"/><Relationship Id="rId194" Type="http://schemas.openxmlformats.org/officeDocument/2006/relationships/image" Target="../media/image95.png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208" Type="http://schemas.openxmlformats.org/officeDocument/2006/relationships/customXml" Target="../ink/ink10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4.xml"/><Relationship Id="rId147" Type="http://schemas.openxmlformats.org/officeDocument/2006/relationships/customXml" Target="../ink/ink75.xml"/><Relationship Id="rId168" Type="http://schemas.openxmlformats.org/officeDocument/2006/relationships/image" Target="../media/image8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59.png"/><Relationship Id="rId142" Type="http://schemas.openxmlformats.org/officeDocument/2006/relationships/customXml" Target="../ink/ink72.xml"/><Relationship Id="rId163" Type="http://schemas.openxmlformats.org/officeDocument/2006/relationships/customXml" Target="../ink/ink83.xml"/><Relationship Id="rId184" Type="http://schemas.openxmlformats.org/officeDocument/2006/relationships/image" Target="../media/image90.png"/><Relationship Id="rId189" Type="http://schemas.openxmlformats.org/officeDocument/2006/relationships/customXml" Target="../ink/ink96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9.xml"/><Relationship Id="rId137" Type="http://schemas.openxmlformats.org/officeDocument/2006/relationships/image" Target="../media/image67.png"/><Relationship Id="rId158" Type="http://schemas.openxmlformats.org/officeDocument/2006/relationships/image" Target="../media/image7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customXml" Target="../ink/ink67.xml"/><Relationship Id="rId153" Type="http://schemas.openxmlformats.org/officeDocument/2006/relationships/customXml" Target="../ink/ink78.xml"/><Relationship Id="rId174" Type="http://schemas.openxmlformats.org/officeDocument/2006/relationships/image" Target="../media/image85.png"/><Relationship Id="rId179" Type="http://schemas.openxmlformats.org/officeDocument/2006/relationships/customXml" Target="../ink/ink91.xml"/><Relationship Id="rId195" Type="http://schemas.openxmlformats.org/officeDocument/2006/relationships/customXml" Target="../ink/ink99.xml"/><Relationship Id="rId190" Type="http://schemas.openxmlformats.org/officeDocument/2006/relationships/image" Target="../media/image93.png"/><Relationship Id="rId204" Type="http://schemas.openxmlformats.org/officeDocument/2006/relationships/customXml" Target="../ink/ink104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2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2.xml"/><Relationship Id="rId143" Type="http://schemas.openxmlformats.org/officeDocument/2006/relationships/image" Target="../media/image70.png"/><Relationship Id="rId148" Type="http://schemas.openxmlformats.org/officeDocument/2006/relationships/image" Target="../media/image72.png"/><Relationship Id="rId164" Type="http://schemas.openxmlformats.org/officeDocument/2006/relationships/image" Target="../media/image80.png"/><Relationship Id="rId169" Type="http://schemas.openxmlformats.org/officeDocument/2006/relationships/customXml" Target="../ink/ink86.xml"/><Relationship Id="rId185" Type="http://schemas.openxmlformats.org/officeDocument/2006/relationships/customXml" Target="../ink/ink9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image" Target="../media/image88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33" Type="http://schemas.openxmlformats.org/officeDocument/2006/relationships/image" Target="../media/image65.png"/><Relationship Id="rId154" Type="http://schemas.openxmlformats.org/officeDocument/2006/relationships/image" Target="../media/image75.png"/><Relationship Id="rId175" Type="http://schemas.openxmlformats.org/officeDocument/2006/relationships/customXml" Target="../ink/ink89.xml"/><Relationship Id="rId196" Type="http://schemas.openxmlformats.org/officeDocument/2006/relationships/image" Target="../media/image96.png"/><Relationship Id="rId200" Type="http://schemas.openxmlformats.org/officeDocument/2006/relationships/image" Target="../media/image98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0.png"/><Relationship Id="rId144" Type="http://schemas.openxmlformats.org/officeDocument/2006/relationships/customXml" Target="../ink/ink73.xml"/><Relationship Id="rId90" Type="http://schemas.openxmlformats.org/officeDocument/2006/relationships/customXml" Target="../ink/ink45.xml"/><Relationship Id="rId165" Type="http://schemas.openxmlformats.org/officeDocument/2006/relationships/customXml" Target="../ink/ink84.xml"/><Relationship Id="rId186" Type="http://schemas.openxmlformats.org/officeDocument/2006/relationships/image" Target="../media/image91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34" Type="http://schemas.openxmlformats.org/officeDocument/2006/relationships/customXml" Target="../ink/ink68.xml"/><Relationship Id="rId80" Type="http://schemas.openxmlformats.org/officeDocument/2006/relationships/customXml" Target="../ink/ink40.xml"/><Relationship Id="rId155" Type="http://schemas.openxmlformats.org/officeDocument/2006/relationships/customXml" Target="../ink/ink79.xml"/><Relationship Id="rId176" Type="http://schemas.openxmlformats.org/officeDocument/2006/relationships/image" Target="../media/image86.png"/><Relationship Id="rId197" Type="http://schemas.openxmlformats.org/officeDocument/2006/relationships/customXml" Target="../ink/ink100.xml"/><Relationship Id="rId201" Type="http://schemas.openxmlformats.org/officeDocument/2006/relationships/customXml" Target="../ink/ink10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3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customXml" Target="../ink/ink74.xml"/><Relationship Id="rId166" Type="http://schemas.openxmlformats.org/officeDocument/2006/relationships/image" Target="../media/image81.png"/><Relationship Id="rId187" Type="http://schemas.openxmlformats.org/officeDocument/2006/relationships/customXml" Target="../ink/ink95.xml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6.png"/><Relationship Id="rId156" Type="http://schemas.openxmlformats.org/officeDocument/2006/relationships/image" Target="../media/image76.png"/><Relationship Id="rId177" Type="http://schemas.openxmlformats.org/officeDocument/2006/relationships/customXml" Target="../ink/ink90.xml"/><Relationship Id="rId198" Type="http://schemas.openxmlformats.org/officeDocument/2006/relationships/image" Target="../media/image97.png"/><Relationship Id="rId202" Type="http://schemas.openxmlformats.org/officeDocument/2006/relationships/image" Target="../media/image99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1.png"/><Relationship Id="rId146" Type="http://schemas.openxmlformats.org/officeDocument/2006/relationships/image" Target="../media/image71.png"/><Relationship Id="rId167" Type="http://schemas.openxmlformats.org/officeDocument/2006/relationships/customXml" Target="../ink/ink85.xml"/><Relationship Id="rId188" Type="http://schemas.openxmlformats.org/officeDocument/2006/relationships/image" Target="../media/image92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061FAE-0396-1E54-CDEC-EA5E9BF6CC45}"/>
              </a:ext>
            </a:extLst>
          </p:cNvPr>
          <p:cNvSpPr/>
          <p:nvPr/>
        </p:nvSpPr>
        <p:spPr>
          <a:xfrm>
            <a:off x="4206240" y="3140964"/>
            <a:ext cx="731520" cy="57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/>
              <a:t>STM32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BB0AD5-256B-D4DD-9866-12764ED747B8}"/>
              </a:ext>
            </a:extLst>
          </p:cNvPr>
          <p:cNvSpPr/>
          <p:nvPr/>
        </p:nvSpPr>
        <p:spPr>
          <a:xfrm>
            <a:off x="129680" y="276999"/>
            <a:ext cx="2034540" cy="1402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noProof="1"/>
              <a:t>Màn hình</a:t>
            </a:r>
            <a:endParaRPr lang="en-US" noProof="1"/>
          </a:p>
          <a:p>
            <a:pPr algn="ctr"/>
            <a:r>
              <a:rPr lang="en-US" noProof="1"/>
              <a:t>12864</a:t>
            </a:r>
            <a:endParaRPr lang="vi-VN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12D71-8E98-8289-9519-02A9419618DE}"/>
              </a:ext>
            </a:extLst>
          </p:cNvPr>
          <p:cNvSpPr txBox="1"/>
          <p:nvPr/>
        </p:nvSpPr>
        <p:spPr>
          <a:xfrm>
            <a:off x="853440" y="6587698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b="1" noProof="1"/>
              <a:t>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24C6F-53E1-A4A9-0FDA-49B6E1A898DF}"/>
              </a:ext>
            </a:extLst>
          </p:cNvPr>
          <p:cNvSpPr txBox="1"/>
          <p:nvPr/>
        </p:nvSpPr>
        <p:spPr>
          <a:xfrm>
            <a:off x="783711" y="0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b="1" noProof="1"/>
              <a:t>OUTPUT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ACE3CC-53C8-8D13-42F3-E6DFDABB8E0A}"/>
              </a:ext>
            </a:extLst>
          </p:cNvPr>
          <p:cNvGrpSpPr/>
          <p:nvPr/>
        </p:nvGrpSpPr>
        <p:grpSpPr>
          <a:xfrm>
            <a:off x="522058" y="5380849"/>
            <a:ext cx="1200152" cy="1200152"/>
            <a:chOff x="540346" y="5380849"/>
            <a:chExt cx="1200152" cy="12001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F9CA13-A4D7-FA97-25ED-87331D0E70A3}"/>
                </a:ext>
              </a:extLst>
            </p:cNvPr>
            <p:cNvSpPr/>
            <p:nvPr/>
          </p:nvSpPr>
          <p:spPr>
            <a:xfrm>
              <a:off x="540346" y="5380849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0AF3C7-315A-6E06-52BE-BC188510FBA9}"/>
                </a:ext>
              </a:extLst>
            </p:cNvPr>
            <p:cNvSpPr/>
            <p:nvPr/>
          </p:nvSpPr>
          <p:spPr>
            <a:xfrm>
              <a:off x="840384" y="5380849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FD5E10-E276-BBD9-707F-3DEEF6F8C538}"/>
                </a:ext>
              </a:extLst>
            </p:cNvPr>
            <p:cNvSpPr/>
            <p:nvPr/>
          </p:nvSpPr>
          <p:spPr>
            <a:xfrm>
              <a:off x="1140422" y="5380849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vi-V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65ED10-61FE-5BFB-8AF9-31633FEEB697}"/>
                </a:ext>
              </a:extLst>
            </p:cNvPr>
            <p:cNvSpPr/>
            <p:nvPr/>
          </p:nvSpPr>
          <p:spPr>
            <a:xfrm>
              <a:off x="1440460" y="5380849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^</a:t>
              </a:r>
              <a:endParaRPr lang="vi-V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AEEFDE-2370-8CD7-E8CA-558DF4F99EFD}"/>
                </a:ext>
              </a:extLst>
            </p:cNvPr>
            <p:cNvSpPr/>
            <p:nvPr/>
          </p:nvSpPr>
          <p:spPr>
            <a:xfrm>
              <a:off x="540346" y="5680887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vi-VN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F00BF9-1587-8A2D-45F8-797A8448CFBA}"/>
                </a:ext>
              </a:extLst>
            </p:cNvPr>
            <p:cNvSpPr/>
            <p:nvPr/>
          </p:nvSpPr>
          <p:spPr>
            <a:xfrm>
              <a:off x="840384" y="5680887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vi-V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2A7BF9-3533-EC6A-08C7-8BC3EF3A0CF0}"/>
                </a:ext>
              </a:extLst>
            </p:cNvPr>
            <p:cNvSpPr/>
            <p:nvPr/>
          </p:nvSpPr>
          <p:spPr>
            <a:xfrm>
              <a:off x="1140422" y="5680887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7DBC20-CE35-4743-7D51-00E4009DF938}"/>
                </a:ext>
              </a:extLst>
            </p:cNvPr>
            <p:cNvSpPr/>
            <p:nvPr/>
          </p:nvSpPr>
          <p:spPr>
            <a:xfrm>
              <a:off x="1440460" y="5680887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endParaRPr lang="vi-V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00A0D2-92E5-7B16-73F8-2F7C96AC6D43}"/>
                </a:ext>
              </a:extLst>
            </p:cNvPr>
            <p:cNvSpPr/>
            <p:nvPr/>
          </p:nvSpPr>
          <p:spPr>
            <a:xfrm>
              <a:off x="540346" y="5980925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vi-VN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762C9B-A4C6-5C6E-55CD-C98131849B82}"/>
                </a:ext>
              </a:extLst>
            </p:cNvPr>
            <p:cNvSpPr/>
            <p:nvPr/>
          </p:nvSpPr>
          <p:spPr>
            <a:xfrm>
              <a:off x="840384" y="5980925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vi-VN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EB4E7C-4BFC-5C73-0B7E-403071316CD1}"/>
                </a:ext>
              </a:extLst>
            </p:cNvPr>
            <p:cNvSpPr/>
            <p:nvPr/>
          </p:nvSpPr>
          <p:spPr>
            <a:xfrm>
              <a:off x="1140422" y="5980925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vi-V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FA30D09-2496-6C74-21F8-ECC5A84DBB6E}"/>
                </a:ext>
              </a:extLst>
            </p:cNvPr>
            <p:cNvSpPr/>
            <p:nvPr/>
          </p:nvSpPr>
          <p:spPr>
            <a:xfrm>
              <a:off x="1440460" y="5980925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&gt;</a:t>
              </a:r>
              <a:endParaRPr lang="vi-V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3BE883-D6D4-0484-8A55-C8837D912751}"/>
                </a:ext>
              </a:extLst>
            </p:cNvPr>
            <p:cNvSpPr/>
            <p:nvPr/>
          </p:nvSpPr>
          <p:spPr>
            <a:xfrm>
              <a:off x="540346" y="6280963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OK</a:t>
              </a:r>
              <a:endParaRPr lang="vi-VN" sz="7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6C1D854-BB78-86FC-9D5A-A8C112AFD08D}"/>
                </a:ext>
              </a:extLst>
            </p:cNvPr>
            <p:cNvSpPr/>
            <p:nvPr/>
          </p:nvSpPr>
          <p:spPr>
            <a:xfrm>
              <a:off x="840384" y="6280963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  <a:endParaRPr lang="vi-V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8ECC0B-CB7E-E53C-1118-CB5A3F603D48}"/>
                </a:ext>
              </a:extLst>
            </p:cNvPr>
            <p:cNvSpPr/>
            <p:nvPr/>
          </p:nvSpPr>
          <p:spPr>
            <a:xfrm>
              <a:off x="1140422" y="6280963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DEL</a:t>
              </a:r>
              <a:endParaRPr lang="vi-VN" sz="6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F5FCAE-69E0-303A-8B97-05151A9579EE}"/>
                </a:ext>
              </a:extLst>
            </p:cNvPr>
            <p:cNvSpPr/>
            <p:nvPr/>
          </p:nvSpPr>
          <p:spPr>
            <a:xfrm>
              <a:off x="1440460" y="6280963"/>
              <a:ext cx="300038" cy="300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&lt;</a:t>
              </a:r>
              <a:endParaRPr lang="vi-VN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7673F7D-B2F5-23E9-3EC1-0D19BD031821}"/>
              </a:ext>
            </a:extLst>
          </p:cNvPr>
          <p:cNvSpPr txBox="1"/>
          <p:nvPr/>
        </p:nvSpPr>
        <p:spPr>
          <a:xfrm>
            <a:off x="7843628" y="0"/>
            <a:ext cx="670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noProof="1"/>
              <a:t>POWER</a:t>
            </a:r>
            <a:endParaRPr lang="vi-VN" sz="1200" b="1" noProof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3267F1-A1BE-8F79-0169-93A7A4483D3E}"/>
              </a:ext>
            </a:extLst>
          </p:cNvPr>
          <p:cNvSpPr/>
          <p:nvPr/>
        </p:nvSpPr>
        <p:spPr>
          <a:xfrm>
            <a:off x="7571232" y="1402080"/>
            <a:ext cx="119594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18650</a:t>
            </a:r>
            <a:endParaRPr lang="vi-V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B2226-FF47-DB7C-AB00-DC2714794FDD}"/>
              </a:ext>
            </a:extLst>
          </p:cNvPr>
          <p:cNvSpPr/>
          <p:nvPr/>
        </p:nvSpPr>
        <p:spPr>
          <a:xfrm>
            <a:off x="7571232" y="1712306"/>
            <a:ext cx="119594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18650</a:t>
            </a:r>
            <a:endParaRPr lang="vi-V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535971-FCD2-8623-D164-2D8E0D02D7DC}"/>
              </a:ext>
            </a:extLst>
          </p:cNvPr>
          <p:cNvSpPr/>
          <p:nvPr/>
        </p:nvSpPr>
        <p:spPr>
          <a:xfrm>
            <a:off x="7571232" y="2185046"/>
            <a:ext cx="119594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18650</a:t>
            </a:r>
            <a:endParaRPr lang="vi-V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437A36-E72F-4439-4708-A15190243AD6}"/>
              </a:ext>
            </a:extLst>
          </p:cNvPr>
          <p:cNvSpPr/>
          <p:nvPr/>
        </p:nvSpPr>
        <p:spPr>
          <a:xfrm>
            <a:off x="7571232" y="2494603"/>
            <a:ext cx="119594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18650</a:t>
            </a:r>
            <a:endParaRPr lang="vi-V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3FF44F-8D34-E503-96A8-17B1207A418E}"/>
              </a:ext>
            </a:extLst>
          </p:cNvPr>
          <p:cNvSpPr txBox="1"/>
          <p:nvPr/>
        </p:nvSpPr>
        <p:spPr>
          <a:xfrm>
            <a:off x="7901240" y="296617"/>
            <a:ext cx="5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~AC</a:t>
            </a:r>
            <a:endParaRPr lang="vi-V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C88705-03C8-4EEF-360C-8C29C75A42F8}"/>
              </a:ext>
            </a:extLst>
          </p:cNvPr>
          <p:cNvSpPr/>
          <p:nvPr/>
        </p:nvSpPr>
        <p:spPr>
          <a:xfrm>
            <a:off x="7571232" y="764567"/>
            <a:ext cx="1195940" cy="49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noProof="1"/>
              <a:t>M</a:t>
            </a:r>
            <a:r>
              <a:rPr lang="en-US" noProof="1"/>
              <a:t>ạch sạc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F7697F4-A494-98A4-5289-5E9A1B7D546D}"/>
                  </a:ext>
                </a:extLst>
              </p14:cNvPr>
              <p14:cNvContentPartPr/>
              <p14:nvPr/>
            </p14:nvContentPartPr>
            <p14:xfrm>
              <a:off x="7364250" y="1500821"/>
              <a:ext cx="203400" cy="354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F7697F4-A494-98A4-5289-5E9A1B7D54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8130" y="1494701"/>
                <a:ext cx="21564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258C854-A7E5-D9DA-6FED-67C29BAB36AD}"/>
                  </a:ext>
                </a:extLst>
              </p14:cNvPr>
              <p14:cNvContentPartPr/>
              <p14:nvPr/>
            </p14:nvContentPartPr>
            <p14:xfrm>
              <a:off x="7363890" y="2309741"/>
              <a:ext cx="204120" cy="319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258C854-A7E5-D9DA-6FED-67C29BAB36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57770" y="2303621"/>
                <a:ext cx="2163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260EE32-2E17-6A3C-C7DF-1DF5F49FDAA2}"/>
                  </a:ext>
                </a:extLst>
              </p14:cNvPr>
              <p14:cNvContentPartPr/>
              <p14:nvPr/>
            </p14:nvContentPartPr>
            <p14:xfrm>
              <a:off x="8772308" y="1504781"/>
              <a:ext cx="176760" cy="3672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260EE32-2E17-6A3C-C7DF-1DF5F49FDA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6188" y="1498661"/>
                <a:ext cx="1890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AECD015-EBF9-26A3-9F08-4AB62BB279EE}"/>
                  </a:ext>
                </a:extLst>
              </p14:cNvPr>
              <p14:cNvContentPartPr/>
              <p14:nvPr/>
            </p14:nvContentPartPr>
            <p14:xfrm>
              <a:off x="8772308" y="2330981"/>
              <a:ext cx="206640" cy="318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AECD015-EBF9-26A3-9F08-4AB62BB279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66188" y="2324861"/>
                <a:ext cx="21888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D5F2E5-83A1-50A4-4950-35BF042D1B7C}"/>
                  </a:ext>
                </a:extLst>
              </p14:cNvPr>
              <p14:cNvContentPartPr/>
              <p14:nvPr/>
            </p14:nvContentPartPr>
            <p14:xfrm>
              <a:off x="7083908" y="954791"/>
              <a:ext cx="486000" cy="7027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D5F2E5-83A1-50A4-4950-35BF042D1B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77788" y="948671"/>
                <a:ext cx="498240" cy="71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6E68419-FF19-A5F2-E2A4-604FCAEF826D}"/>
              </a:ext>
            </a:extLst>
          </p:cNvPr>
          <p:cNvGrpSpPr/>
          <p:nvPr/>
        </p:nvGrpSpPr>
        <p:grpSpPr>
          <a:xfrm>
            <a:off x="7016948" y="1033271"/>
            <a:ext cx="481320" cy="1422000"/>
            <a:chOff x="7016948" y="1033271"/>
            <a:chExt cx="481320" cy="14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FC0A34-6F45-0DA4-93AB-BC4F0966C7C3}"/>
                    </a:ext>
                  </a:extLst>
                </p14:cNvPr>
                <p14:cNvContentPartPr/>
                <p14:nvPr/>
              </p14:nvContentPartPr>
              <p14:xfrm>
                <a:off x="7417628" y="2454911"/>
                <a:ext cx="8064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FC0A34-6F45-0DA4-93AB-BC4F0966C7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11508" y="2448791"/>
                  <a:ext cx="92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35853BC-2392-E8F2-0638-56EEB53B2289}"/>
                    </a:ext>
                  </a:extLst>
                </p14:cNvPr>
                <p14:cNvContentPartPr/>
                <p14:nvPr/>
              </p14:nvContentPartPr>
              <p14:xfrm>
                <a:off x="7412588" y="1669031"/>
                <a:ext cx="74160" cy="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35853BC-2392-E8F2-0638-56EEB53B22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06468" y="1662911"/>
                  <a:ext cx="864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8D9D0A-A0B0-A988-29A3-8FB7946F83A0}"/>
                    </a:ext>
                  </a:extLst>
                </p14:cNvPr>
                <p14:cNvContentPartPr/>
                <p14:nvPr/>
              </p14:nvContentPartPr>
              <p14:xfrm>
                <a:off x="7016948" y="1033271"/>
                <a:ext cx="345600" cy="1400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8D9D0A-A0B0-A988-29A3-8FB7946F83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10828" y="1027151"/>
                  <a:ext cx="357840" cy="141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D68CFCC-C9DD-796E-77C9-C16FA231C1A0}"/>
                  </a:ext>
                </a:extLst>
              </p14:cNvPr>
              <p14:cNvContentPartPr/>
              <p14:nvPr/>
            </p14:nvContentPartPr>
            <p14:xfrm>
              <a:off x="8765468" y="1012031"/>
              <a:ext cx="288720" cy="6814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D68CFCC-C9DD-796E-77C9-C16FA231C1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59348" y="1005911"/>
                <a:ext cx="30096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56E2237-F1BB-46B9-CFCE-32116BA5F1D8}"/>
                  </a:ext>
                </a:extLst>
              </p14:cNvPr>
              <p14:cNvContentPartPr/>
              <p14:nvPr/>
            </p14:nvContentPartPr>
            <p14:xfrm>
              <a:off x="8851508" y="1654991"/>
              <a:ext cx="4680" cy="597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56E2237-F1BB-46B9-CFCE-32116BA5F1D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45388" y="1648871"/>
                <a:ext cx="16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68306B9-EB96-DDA7-3F86-B32A482B86C8}"/>
                  </a:ext>
                </a:extLst>
              </p14:cNvPr>
              <p14:cNvContentPartPr/>
              <p14:nvPr/>
            </p14:nvContentPartPr>
            <p14:xfrm>
              <a:off x="8817668" y="1678751"/>
              <a:ext cx="62640" cy="72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68306B9-EB96-DDA7-3F86-B32A482B86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11548" y="1672631"/>
                <a:ext cx="748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7B4432A-E582-E36F-983E-853B7D6ECDFA}"/>
                  </a:ext>
                </a:extLst>
              </p14:cNvPr>
              <p14:cNvContentPartPr/>
              <p14:nvPr/>
            </p14:nvContentPartPr>
            <p14:xfrm>
              <a:off x="8990828" y="1537991"/>
              <a:ext cx="65160" cy="943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7B4432A-E582-E36F-983E-853B7D6ECDF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84708" y="1531871"/>
                <a:ext cx="77400" cy="95544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A2B9B516-9360-F587-F640-E03625B15CBC}"/>
              </a:ext>
            </a:extLst>
          </p:cNvPr>
          <p:cNvSpPr/>
          <p:nvPr/>
        </p:nvSpPr>
        <p:spPr>
          <a:xfrm>
            <a:off x="7577561" y="380050"/>
            <a:ext cx="274042" cy="223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FF3C0B0-8777-95AC-0D49-1F2E1872075C}"/>
                  </a:ext>
                </a:extLst>
              </p14:cNvPr>
              <p14:cNvContentPartPr/>
              <p14:nvPr/>
            </p14:nvContentPartPr>
            <p14:xfrm>
              <a:off x="7721350" y="609300"/>
              <a:ext cx="6840" cy="158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FF3C0B0-8777-95AC-0D49-1F2E187207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15230" y="603180"/>
                <a:ext cx="1908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932589F2-5CBD-6185-1038-5D0AD042425D}"/>
              </a:ext>
            </a:extLst>
          </p:cNvPr>
          <p:cNvGrpSpPr/>
          <p:nvPr/>
        </p:nvGrpSpPr>
        <p:grpSpPr>
          <a:xfrm>
            <a:off x="7854910" y="472860"/>
            <a:ext cx="106200" cy="46440"/>
            <a:chOff x="7854910" y="472860"/>
            <a:chExt cx="106200" cy="4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96D38D-2C15-A86D-D6AB-16A3AE0D33B3}"/>
                    </a:ext>
                  </a:extLst>
                </p14:cNvPr>
                <p14:cNvContentPartPr/>
                <p14:nvPr/>
              </p14:nvContentPartPr>
              <p14:xfrm>
                <a:off x="7854910" y="491220"/>
                <a:ext cx="57960" cy="3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96D38D-2C15-A86D-D6AB-16A3AE0D33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48790" y="485100"/>
                  <a:ext cx="702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0789AB-9F6C-30A9-D509-124FC742DB9B}"/>
                    </a:ext>
                  </a:extLst>
                </p14:cNvPr>
                <p14:cNvContentPartPr/>
                <p14:nvPr/>
              </p14:nvContentPartPr>
              <p14:xfrm>
                <a:off x="7924030" y="472860"/>
                <a:ext cx="37080" cy="46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0789AB-9F6C-30A9-D509-124FC742DB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17910" y="466740"/>
                  <a:ext cx="4932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699556F-34C7-54C1-A64F-9D4B60146394}"/>
              </a:ext>
            </a:extLst>
          </p:cNvPr>
          <p:cNvGrpSpPr/>
          <p:nvPr/>
        </p:nvGrpSpPr>
        <p:grpSpPr>
          <a:xfrm>
            <a:off x="8434870" y="466380"/>
            <a:ext cx="173880" cy="295560"/>
            <a:chOff x="8434870" y="466380"/>
            <a:chExt cx="17388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F4667B1-389F-9B4E-AB99-2121BA36FF7B}"/>
                    </a:ext>
                  </a:extLst>
                </p14:cNvPr>
                <p14:cNvContentPartPr/>
                <p14:nvPr/>
              </p14:nvContentPartPr>
              <p14:xfrm>
                <a:off x="8434870" y="466380"/>
                <a:ext cx="27000" cy="41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F4667B1-389F-9B4E-AB99-2121BA36FF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28750" y="460260"/>
                  <a:ext cx="392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CA7D74-B27A-0418-F129-35D91CF672BD}"/>
                    </a:ext>
                  </a:extLst>
                </p14:cNvPr>
                <p14:cNvContentPartPr/>
                <p14:nvPr/>
              </p14:nvContentPartPr>
              <p14:xfrm>
                <a:off x="8467630" y="478620"/>
                <a:ext cx="141120" cy="28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CA7D74-B27A-0418-F129-35D91CF672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61510" y="472500"/>
                  <a:ext cx="153360" cy="29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BEA6CD7E-5DB3-EA4A-87B1-AB06A1402C2D}"/>
              </a:ext>
            </a:extLst>
          </p:cNvPr>
          <p:cNvSpPr/>
          <p:nvPr/>
        </p:nvSpPr>
        <p:spPr>
          <a:xfrm>
            <a:off x="7571232" y="3561640"/>
            <a:ext cx="1195940" cy="49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Ổn áp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27804F-7A9C-0AC5-0E35-2C9F3588B1B3}"/>
              </a:ext>
            </a:extLst>
          </p:cNvPr>
          <p:cNvSpPr/>
          <p:nvPr/>
        </p:nvSpPr>
        <p:spPr>
          <a:xfrm>
            <a:off x="8376727" y="3252083"/>
            <a:ext cx="274042" cy="223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9CF9398-6C0F-DDAC-1266-CFDF2BFAB62B}"/>
                  </a:ext>
                </a:extLst>
              </p14:cNvPr>
              <p14:cNvContentPartPr/>
              <p14:nvPr/>
            </p14:nvContentPartPr>
            <p14:xfrm>
              <a:off x="7014795" y="2023868"/>
              <a:ext cx="953640" cy="1514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9CF9398-6C0F-DDAC-1266-CFDF2BFAB62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08675" y="2017748"/>
                <a:ext cx="965880" cy="15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609B634-B66B-CE3F-A93F-BC5980A84CDC}"/>
                  </a:ext>
                </a:extLst>
              </p14:cNvPr>
              <p14:cNvContentPartPr/>
              <p14:nvPr/>
            </p14:nvContentPartPr>
            <p14:xfrm>
              <a:off x="2171460" y="891540"/>
              <a:ext cx="444240" cy="252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609B634-B66B-CE3F-A93F-BC5980A84CD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65340" y="885420"/>
                <a:ext cx="456480" cy="3744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876CB96-B303-FBEC-2C36-1B10BD6733D2}"/>
              </a:ext>
            </a:extLst>
          </p:cNvPr>
          <p:cNvSpPr/>
          <p:nvPr/>
        </p:nvSpPr>
        <p:spPr>
          <a:xfrm>
            <a:off x="2615700" y="688680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BEA6847-7FBE-9128-11E4-B40D16335FAD}"/>
                  </a:ext>
                </a:extLst>
              </p14:cNvPr>
              <p14:cNvContentPartPr/>
              <p14:nvPr/>
            </p14:nvContentPartPr>
            <p14:xfrm>
              <a:off x="3276300" y="929700"/>
              <a:ext cx="1186200" cy="22028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BEA6847-7FBE-9128-11E4-B40D16335FA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70180" y="923580"/>
                <a:ext cx="1198440" cy="22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21BAB10-4ABD-7386-823F-AE2BD7B33B9F}"/>
                  </a:ext>
                </a:extLst>
              </p14:cNvPr>
              <p14:cNvContentPartPr/>
              <p14:nvPr/>
            </p14:nvContentPartPr>
            <p14:xfrm>
              <a:off x="1065540" y="3474180"/>
              <a:ext cx="3109320" cy="19058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21BAB10-4ABD-7386-823F-AE2BD7B33B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59420" y="3468060"/>
                <a:ext cx="3121560" cy="1918080"/>
              </a:xfrm>
              <a:prstGeom prst="rect">
                <a:avLst/>
              </a:prstGeom>
            </p:spPr>
          </p:pic>
        </mc:Fallback>
      </mc:AlternateContent>
      <p:sp>
        <p:nvSpPr>
          <p:cNvPr id="110" name="Rectangle 109">
            <a:extLst>
              <a:ext uri="{FF2B5EF4-FFF2-40B4-BE49-F238E27FC236}">
                <a16:creationId xmlns:a16="http://schemas.microsoft.com/office/drawing/2014/main" id="{5FD1E682-4DF6-F2B4-B22C-AC42701AEF44}"/>
              </a:ext>
            </a:extLst>
          </p:cNvPr>
          <p:cNvSpPr/>
          <p:nvPr/>
        </p:nvSpPr>
        <p:spPr>
          <a:xfrm>
            <a:off x="819140" y="1850805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</a:t>
            </a:r>
            <a:endParaRPr lang="vi-VN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6A59768-AA0B-7187-F29E-FA893AD935AB}"/>
              </a:ext>
            </a:extLst>
          </p:cNvPr>
          <p:cNvSpPr/>
          <p:nvPr/>
        </p:nvSpPr>
        <p:spPr>
          <a:xfrm>
            <a:off x="2615700" y="1850805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C11A509-C688-0775-69A0-FE9918E63A96}"/>
                  </a:ext>
                </a:extLst>
              </p14:cNvPr>
              <p14:cNvContentPartPr/>
              <p14:nvPr/>
            </p14:nvContentPartPr>
            <p14:xfrm>
              <a:off x="1470540" y="2133180"/>
              <a:ext cx="1119600" cy="162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C11A509-C688-0775-69A0-FE9918E63A9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64420" y="2127060"/>
                <a:ext cx="1131840" cy="28440"/>
              </a:xfrm>
              <a:prstGeom prst="rect">
                <a:avLst/>
              </a:prstGeom>
            </p:spPr>
          </p:pic>
        </mc:Fallback>
      </mc:AlternateContent>
      <p:sp>
        <p:nvSpPr>
          <p:cNvPr id="117" name="Rectangle 116">
            <a:extLst>
              <a:ext uri="{FF2B5EF4-FFF2-40B4-BE49-F238E27FC236}">
                <a16:creationId xmlns:a16="http://schemas.microsoft.com/office/drawing/2014/main" id="{D7010434-CE44-FC62-F335-0AE4C0231450}"/>
              </a:ext>
            </a:extLst>
          </p:cNvPr>
          <p:cNvSpPr/>
          <p:nvPr/>
        </p:nvSpPr>
        <p:spPr>
          <a:xfrm>
            <a:off x="819140" y="2537874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F0683D1-B3A7-748C-DC39-0D87E066E5DC}"/>
                  </a:ext>
                </a:extLst>
              </p14:cNvPr>
              <p14:cNvContentPartPr/>
              <p14:nvPr/>
            </p14:nvContentPartPr>
            <p14:xfrm>
              <a:off x="4937340" y="3222900"/>
              <a:ext cx="544680" cy="158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F0683D1-B3A7-748C-DC39-0D87E066E5D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31220" y="3216780"/>
                <a:ext cx="5569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805A519-124B-AFC6-84A5-B70DD120D8D6}"/>
                  </a:ext>
                </a:extLst>
              </p14:cNvPr>
              <p14:cNvContentPartPr/>
              <p14:nvPr/>
            </p14:nvContentPartPr>
            <p14:xfrm>
              <a:off x="4960380" y="3344940"/>
              <a:ext cx="51840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805A519-124B-AFC6-84A5-B70DD120D8D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54260" y="3338820"/>
                <a:ext cx="5306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108E0CF-27A3-6887-F340-4A992116871B}"/>
                  </a:ext>
                </a:extLst>
              </p14:cNvPr>
              <p14:cNvContentPartPr/>
              <p14:nvPr/>
            </p14:nvContentPartPr>
            <p14:xfrm>
              <a:off x="5493540" y="3179340"/>
              <a:ext cx="47520" cy="504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108E0CF-27A3-6887-F340-4A992116871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87420" y="3173220"/>
                <a:ext cx="597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267A104-8260-483E-3D55-F35F9D2C4B4C}"/>
                  </a:ext>
                </a:extLst>
              </p14:cNvPr>
              <p14:cNvContentPartPr/>
              <p14:nvPr/>
            </p14:nvContentPartPr>
            <p14:xfrm>
              <a:off x="5507940" y="3333060"/>
              <a:ext cx="54720" cy="680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267A104-8260-483E-3D55-F35F9D2C4B4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01820" y="3326940"/>
                <a:ext cx="669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05B85B1-3C08-8D68-9D1B-2C8D8F30319C}"/>
                  </a:ext>
                </a:extLst>
              </p14:cNvPr>
              <p14:cNvContentPartPr/>
              <p14:nvPr/>
            </p14:nvContentPartPr>
            <p14:xfrm>
              <a:off x="5668860" y="3086100"/>
              <a:ext cx="16200" cy="83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05B85B1-3C08-8D68-9D1B-2C8D8F30319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62740" y="3079980"/>
                <a:ext cx="28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4CA1691-B4A0-BDEC-4D1C-395D3677B147}"/>
                  </a:ext>
                </a:extLst>
              </p14:cNvPr>
              <p14:cNvContentPartPr/>
              <p14:nvPr/>
            </p14:nvContentPartPr>
            <p14:xfrm>
              <a:off x="5623140" y="3116340"/>
              <a:ext cx="83520" cy="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4CA1691-B4A0-BDEC-4D1C-395D3677B14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17020" y="3110220"/>
                <a:ext cx="95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A6FB796-49F1-8596-AC57-D9F56CA04728}"/>
                  </a:ext>
                </a:extLst>
              </p14:cNvPr>
              <p14:cNvContentPartPr/>
              <p14:nvPr/>
            </p14:nvContentPartPr>
            <p14:xfrm>
              <a:off x="5638620" y="3344940"/>
              <a:ext cx="98640" cy="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A6FB796-49F1-8596-AC57-D9F56CA0472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32500" y="3338820"/>
                <a:ext cx="110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A2BCF93-4A27-242D-3A6E-2C8DF84B6CFE}"/>
                  </a:ext>
                </a:extLst>
              </p14:cNvPr>
              <p14:cNvContentPartPr/>
              <p14:nvPr/>
            </p14:nvContentPartPr>
            <p14:xfrm>
              <a:off x="4594620" y="928260"/>
              <a:ext cx="320400" cy="2188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A2BCF93-4A27-242D-3A6E-2C8DF84B6C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88500" y="922140"/>
                <a:ext cx="332640" cy="2200320"/>
              </a:xfrm>
              <a:prstGeom prst="rect">
                <a:avLst/>
              </a:prstGeom>
            </p:spPr>
          </p:pic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DC9265D1-657B-9143-2B90-25BE16B12987}"/>
              </a:ext>
            </a:extLst>
          </p:cNvPr>
          <p:cNvSpPr/>
          <p:nvPr/>
        </p:nvSpPr>
        <p:spPr>
          <a:xfrm>
            <a:off x="4929945" y="688680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</a:t>
            </a:r>
            <a:endParaRPr lang="vi-VN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070AA66-F243-D563-066A-6A6379EFE1D9}"/>
              </a:ext>
            </a:extLst>
          </p:cNvPr>
          <p:cNvSpPr/>
          <p:nvPr/>
        </p:nvSpPr>
        <p:spPr>
          <a:xfrm>
            <a:off x="5777246" y="688680"/>
            <a:ext cx="655620" cy="2275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Relay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8CD489A-A0CB-A08D-10E2-72A14510C0FE}"/>
                  </a:ext>
                </a:extLst>
              </p14:cNvPr>
              <p14:cNvContentPartPr/>
              <p14:nvPr/>
            </p14:nvContentPartPr>
            <p14:xfrm>
              <a:off x="5600460" y="913860"/>
              <a:ext cx="166680" cy="90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8CD489A-A0CB-A08D-10E2-72A14510C0F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594340" y="907740"/>
                <a:ext cx="178920" cy="21240"/>
              </a:xfrm>
              <a:prstGeom prst="rect">
                <a:avLst/>
              </a:prstGeom>
            </p:spPr>
          </p:pic>
        </mc:Fallback>
      </mc:AlternateContent>
      <p:sp>
        <p:nvSpPr>
          <p:cNvPr id="125" name="Rectangle 124">
            <a:extLst>
              <a:ext uri="{FF2B5EF4-FFF2-40B4-BE49-F238E27FC236}">
                <a16:creationId xmlns:a16="http://schemas.microsoft.com/office/drawing/2014/main" id="{CBC310DB-8ACE-0513-C346-D68B823EC708}"/>
              </a:ext>
            </a:extLst>
          </p:cNvPr>
          <p:cNvSpPr/>
          <p:nvPr/>
        </p:nvSpPr>
        <p:spPr>
          <a:xfrm>
            <a:off x="2030340" y="5388408"/>
            <a:ext cx="20782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Ultrasonic Radar</a:t>
            </a:r>
            <a:endParaRPr lang="vi-V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5FF9593-E9E9-9218-E691-EE31A9CF9444}"/>
                  </a:ext>
                </a:extLst>
              </p14:cNvPr>
              <p14:cNvContentPartPr/>
              <p14:nvPr/>
            </p14:nvContentPartPr>
            <p14:xfrm>
              <a:off x="2924940" y="3596580"/>
              <a:ext cx="1274040" cy="17625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5FF9593-E9E9-9218-E691-EE31A9CF944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18820" y="3590460"/>
                <a:ext cx="1286280" cy="177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C4AB5F4-0525-06D0-60D8-5A6AF462203C}"/>
              </a:ext>
            </a:extLst>
          </p:cNvPr>
          <p:cNvGrpSpPr/>
          <p:nvPr/>
        </p:nvGrpSpPr>
        <p:grpSpPr>
          <a:xfrm>
            <a:off x="2689500" y="61020"/>
            <a:ext cx="485640" cy="647280"/>
            <a:chOff x="2689500" y="61020"/>
            <a:chExt cx="48564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4D4357C-9E78-0A0A-F5B5-D885F85FD03D}"/>
                    </a:ext>
                  </a:extLst>
                </p14:cNvPr>
                <p14:cNvContentPartPr/>
                <p14:nvPr/>
              </p14:nvContentPartPr>
              <p14:xfrm>
                <a:off x="2810820" y="373140"/>
                <a:ext cx="16560" cy="335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4D4357C-9E78-0A0A-F5B5-D885F85FD0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04700" y="367020"/>
                  <a:ext cx="28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8E11AEF-74DE-54E8-D03E-9E7E5B6F0F64}"/>
                    </a:ext>
                  </a:extLst>
                </p14:cNvPr>
                <p14:cNvContentPartPr/>
                <p14:nvPr/>
              </p14:nvContentPartPr>
              <p14:xfrm>
                <a:off x="3062820" y="373140"/>
                <a:ext cx="8640" cy="274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8E11AEF-74DE-54E8-D03E-9E7E5B6F0F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56700" y="367020"/>
                  <a:ext cx="20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94D5A5B-7B76-E147-A97A-676DC20760CB}"/>
                    </a:ext>
                  </a:extLst>
                </p14:cNvPr>
                <p14:cNvContentPartPr/>
                <p14:nvPr/>
              </p14:nvContentPartPr>
              <p14:xfrm>
                <a:off x="2794260" y="280260"/>
                <a:ext cx="87840" cy="86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94D5A5B-7B76-E147-A97A-676DC20760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88140" y="274140"/>
                  <a:ext cx="100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50561DA-BE62-77CE-5A1F-5F74F41B90E6}"/>
                    </a:ext>
                  </a:extLst>
                </p14:cNvPr>
                <p14:cNvContentPartPr/>
                <p14:nvPr/>
              </p14:nvContentPartPr>
              <p14:xfrm>
                <a:off x="3007740" y="263700"/>
                <a:ext cx="132840" cy="117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50561DA-BE62-77CE-5A1F-5F74F41B90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1620" y="257580"/>
                  <a:ext cx="145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978BAC1-E25E-0532-C115-A90585BC75FC}"/>
                    </a:ext>
                  </a:extLst>
                </p14:cNvPr>
                <p14:cNvContentPartPr/>
                <p14:nvPr/>
              </p14:nvContentPartPr>
              <p14:xfrm>
                <a:off x="2689500" y="167580"/>
                <a:ext cx="2988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978BAC1-E25E-0532-C115-A90585BC75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83380" y="161460"/>
                  <a:ext cx="42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303EC3-5A20-4D7E-4695-CF0CDA16D49A}"/>
                    </a:ext>
                  </a:extLst>
                </p14:cNvPr>
                <p14:cNvContentPartPr/>
                <p14:nvPr/>
              </p14:nvContentPartPr>
              <p14:xfrm>
                <a:off x="3078300" y="134100"/>
                <a:ext cx="96840" cy="3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303EC3-5A20-4D7E-4695-CF0CDA16D4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72180" y="127980"/>
                  <a:ext cx="109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9E8832-94C8-D334-CF86-0758ECBB871A}"/>
                    </a:ext>
                  </a:extLst>
                </p14:cNvPr>
                <p14:cNvContentPartPr/>
                <p14:nvPr/>
              </p14:nvContentPartPr>
              <p14:xfrm>
                <a:off x="3116100" y="61020"/>
                <a:ext cx="360" cy="129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9E8832-94C8-D334-CF86-0758ECBB87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09980" y="54900"/>
                  <a:ext cx="1260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2FA7C8D-1C7C-7C91-0976-1EAE9A144E83}"/>
              </a:ext>
            </a:extLst>
          </p:cNvPr>
          <p:cNvGrpSpPr/>
          <p:nvPr/>
        </p:nvGrpSpPr>
        <p:grpSpPr>
          <a:xfrm>
            <a:off x="2674380" y="1318140"/>
            <a:ext cx="587160" cy="555480"/>
            <a:chOff x="2674380" y="1318140"/>
            <a:chExt cx="587160" cy="55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5CA8E0E-AD47-CEEC-7323-A0C587A420CD}"/>
                    </a:ext>
                  </a:extLst>
                </p14:cNvPr>
                <p14:cNvContentPartPr/>
                <p14:nvPr/>
              </p14:nvContentPartPr>
              <p14:xfrm>
                <a:off x="2833500" y="1592460"/>
                <a:ext cx="8640" cy="243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5CA8E0E-AD47-CEEC-7323-A0C587A420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27380" y="1586340"/>
                  <a:ext cx="20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5815983-287D-2F11-A069-7359D791A8CE}"/>
                    </a:ext>
                  </a:extLst>
                </p14:cNvPr>
                <p14:cNvContentPartPr/>
                <p14:nvPr/>
              </p14:nvContentPartPr>
              <p14:xfrm>
                <a:off x="2785980" y="1516500"/>
                <a:ext cx="65160" cy="63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5815983-287D-2F11-A069-7359D791A8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79860" y="1510380"/>
                  <a:ext cx="77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3ABCBBE-9AC9-8152-8A69-ABDFFBF002DE}"/>
                    </a:ext>
                  </a:extLst>
                </p14:cNvPr>
                <p14:cNvContentPartPr/>
                <p14:nvPr/>
              </p14:nvContentPartPr>
              <p14:xfrm>
                <a:off x="3047700" y="1592460"/>
                <a:ext cx="8280" cy="281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3ABCBBE-9AC9-8152-8A69-ABDFFBF002D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41580" y="1586340"/>
                  <a:ext cx="20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C0916BB-9A3F-A0C3-469F-C2B8C7EBA647}"/>
                    </a:ext>
                  </a:extLst>
                </p14:cNvPr>
                <p14:cNvContentPartPr/>
                <p14:nvPr/>
              </p14:nvContentPartPr>
              <p14:xfrm>
                <a:off x="2992260" y="1486980"/>
                <a:ext cx="109080" cy="83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C0916BB-9A3F-A0C3-469F-C2B8C7EBA6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86140" y="1480860"/>
                  <a:ext cx="121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81C0F67-68CD-66A0-AED1-6B8FED187932}"/>
                    </a:ext>
                  </a:extLst>
                </p14:cNvPr>
                <p14:cNvContentPartPr/>
                <p14:nvPr/>
              </p14:nvContentPartPr>
              <p14:xfrm>
                <a:off x="2674380" y="1386900"/>
                <a:ext cx="143280" cy="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81C0F67-68CD-66A0-AED1-6B8FED1879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8260" y="1380780"/>
                  <a:ext cx="155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875BF1D-DC53-7D08-F1E0-2E47D1B85D05}"/>
                    </a:ext>
                  </a:extLst>
                </p14:cNvPr>
                <p14:cNvContentPartPr/>
                <p14:nvPr/>
              </p14:nvContentPartPr>
              <p14:xfrm>
                <a:off x="3169740" y="1318140"/>
                <a:ext cx="360" cy="99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875BF1D-DC53-7D08-F1E0-2E47D1B85D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63620" y="1312020"/>
                  <a:ext cx="12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F7FD9C4-D29A-4C98-ED7C-255FA0A38C46}"/>
                    </a:ext>
                  </a:extLst>
                </p14:cNvPr>
                <p14:cNvContentPartPr/>
                <p14:nvPr/>
              </p14:nvContentPartPr>
              <p14:xfrm>
                <a:off x="3093420" y="1363860"/>
                <a:ext cx="168120" cy="16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F7FD9C4-D29A-4C98-ED7C-255FA0A38C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87300" y="1357740"/>
                  <a:ext cx="1803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A4D08F8-2F1E-ACE8-DDE8-CCA1D0F3CF62}"/>
              </a:ext>
            </a:extLst>
          </p:cNvPr>
          <p:cNvGrpSpPr/>
          <p:nvPr/>
        </p:nvGrpSpPr>
        <p:grpSpPr>
          <a:xfrm>
            <a:off x="4967940" y="53100"/>
            <a:ext cx="549360" cy="617040"/>
            <a:chOff x="4967940" y="53100"/>
            <a:chExt cx="549360" cy="61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A4FA971-6394-A372-ED1A-5DC0E186012D}"/>
                    </a:ext>
                  </a:extLst>
                </p14:cNvPr>
                <p14:cNvContentPartPr/>
                <p14:nvPr/>
              </p14:nvContentPartPr>
              <p14:xfrm>
                <a:off x="5074500" y="373140"/>
                <a:ext cx="32760" cy="297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A4FA971-6394-A372-ED1A-5DC0E18601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68380" y="367020"/>
                  <a:ext cx="450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D1961A8-B632-1D4F-6965-FC92FA44C4DB}"/>
                    </a:ext>
                  </a:extLst>
                </p14:cNvPr>
                <p14:cNvContentPartPr/>
                <p14:nvPr/>
              </p14:nvContentPartPr>
              <p14:xfrm>
                <a:off x="5371860" y="381060"/>
                <a:ext cx="8280" cy="281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D1961A8-B632-1D4F-6965-FC92FA44C4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65740" y="374940"/>
                  <a:ext cx="20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5CD430A-1B19-9A1B-2DE3-65D4DDF02E0E}"/>
                    </a:ext>
                  </a:extLst>
                </p14:cNvPr>
                <p14:cNvContentPartPr/>
                <p14:nvPr/>
              </p14:nvContentPartPr>
              <p14:xfrm>
                <a:off x="5020860" y="274140"/>
                <a:ext cx="93600" cy="82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5CD430A-1B19-9A1B-2DE3-65D4DDF02E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14740" y="268020"/>
                  <a:ext cx="105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F95A9FF-A0F2-BF6E-3718-6B015806ECF7}"/>
                    </a:ext>
                  </a:extLst>
                </p14:cNvPr>
                <p14:cNvContentPartPr/>
                <p14:nvPr/>
              </p14:nvContentPartPr>
              <p14:xfrm>
                <a:off x="5340540" y="267300"/>
                <a:ext cx="84960" cy="100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F95A9FF-A0F2-BF6E-3718-6B015806EC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34420" y="261180"/>
                  <a:ext cx="97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2557CA5-179B-09E9-B2F3-4289736A46E5}"/>
                    </a:ext>
                  </a:extLst>
                </p14:cNvPr>
                <p14:cNvContentPartPr/>
                <p14:nvPr/>
              </p14:nvContentPartPr>
              <p14:xfrm>
                <a:off x="4967940" y="152460"/>
                <a:ext cx="128880" cy="8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2557CA5-179B-09E9-B2F3-4289736A46E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61820" y="146340"/>
                  <a:ext cx="141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5E75C5A-8574-1B19-5687-4B7A953B81D4}"/>
                    </a:ext>
                  </a:extLst>
                </p14:cNvPr>
                <p14:cNvContentPartPr/>
                <p14:nvPr/>
              </p14:nvContentPartPr>
              <p14:xfrm>
                <a:off x="5448180" y="53100"/>
                <a:ext cx="23040" cy="137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5E75C5A-8574-1B19-5687-4B7A953B81D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42060" y="46980"/>
                  <a:ext cx="35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9165240-F189-185C-74DC-89DA0B993FA7}"/>
                    </a:ext>
                  </a:extLst>
                </p14:cNvPr>
                <p14:cNvContentPartPr/>
                <p14:nvPr/>
              </p14:nvContentPartPr>
              <p14:xfrm>
                <a:off x="5371860" y="144540"/>
                <a:ext cx="14544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9165240-F189-185C-74DC-89DA0B993FA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65740" y="138420"/>
                  <a:ext cx="15768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D8BA0E9-38BD-A55E-6812-BC82A91BB27E}"/>
              </a:ext>
            </a:extLst>
          </p:cNvPr>
          <p:cNvSpPr/>
          <p:nvPr/>
        </p:nvSpPr>
        <p:spPr>
          <a:xfrm>
            <a:off x="2615700" y="2550416"/>
            <a:ext cx="655620" cy="547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</a:t>
            </a:r>
            <a:endParaRPr lang="vi-VN" dirty="0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1A184F9-2704-0555-10ED-9FDAF06695C5}"/>
              </a:ext>
            </a:extLst>
          </p:cNvPr>
          <p:cNvGrpSpPr/>
          <p:nvPr/>
        </p:nvGrpSpPr>
        <p:grpSpPr>
          <a:xfrm rot="10800000">
            <a:off x="2627730" y="3081058"/>
            <a:ext cx="587160" cy="347942"/>
            <a:chOff x="2674380" y="1318140"/>
            <a:chExt cx="587160" cy="55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918074F-F884-997E-1E90-E23EE06C2B12}"/>
                    </a:ext>
                  </a:extLst>
                </p14:cNvPr>
                <p14:cNvContentPartPr/>
                <p14:nvPr/>
              </p14:nvContentPartPr>
              <p14:xfrm>
                <a:off x="2833500" y="1592460"/>
                <a:ext cx="8640" cy="243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918074F-F884-997E-1E90-E23EE06C2B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27380" y="1582688"/>
                  <a:ext cx="20880" cy="2632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4CD0046-CFC5-1FC1-231B-7BA2FD78F67E}"/>
                    </a:ext>
                  </a:extLst>
                </p14:cNvPr>
                <p14:cNvContentPartPr/>
                <p14:nvPr/>
              </p14:nvContentPartPr>
              <p14:xfrm>
                <a:off x="2785980" y="1516500"/>
                <a:ext cx="65160" cy="63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4CD0046-CFC5-1FC1-231B-7BA2FD78F67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79860" y="1506764"/>
                  <a:ext cx="77400" cy="82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80FB508-8F6A-FC70-1DB0-3DFE16D4696C}"/>
                    </a:ext>
                  </a:extLst>
                </p14:cNvPr>
                <p14:cNvContentPartPr/>
                <p14:nvPr/>
              </p14:nvContentPartPr>
              <p14:xfrm>
                <a:off x="3047700" y="1592460"/>
                <a:ext cx="8280" cy="28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80FB508-8F6A-FC70-1DB0-3DFE16D469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41580" y="1582705"/>
                  <a:ext cx="20520" cy="3006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0378F7B-BD5E-0870-07BD-1E4CA6C899E3}"/>
                    </a:ext>
                  </a:extLst>
                </p14:cNvPr>
                <p14:cNvContentPartPr/>
                <p14:nvPr/>
              </p14:nvContentPartPr>
              <p14:xfrm>
                <a:off x="2992260" y="1486980"/>
                <a:ext cx="109080" cy="83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0378F7B-BD5E-0870-07BD-1E4CA6C899E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86140" y="1477255"/>
                  <a:ext cx="121320" cy="1029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778B7A3-FA6F-4F50-316E-60CF23DE8A37}"/>
                    </a:ext>
                  </a:extLst>
                </p14:cNvPr>
                <p14:cNvContentPartPr/>
                <p14:nvPr/>
              </p14:nvContentPartPr>
              <p14:xfrm>
                <a:off x="2674380" y="1386900"/>
                <a:ext cx="14328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778B7A3-FA6F-4F50-316E-60CF23DE8A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8260" y="1380780"/>
                  <a:ext cx="155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1954109-A42A-9386-3F25-0501E6B9EAEB}"/>
                    </a:ext>
                  </a:extLst>
                </p14:cNvPr>
                <p14:cNvContentPartPr/>
                <p14:nvPr/>
              </p14:nvContentPartPr>
              <p14:xfrm>
                <a:off x="3169740" y="1318140"/>
                <a:ext cx="360" cy="99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1954109-A42A-9386-3F25-0501E6B9EAE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63620" y="1308412"/>
                  <a:ext cx="12600" cy="118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B650854-4333-DD66-78F8-0FDFD687405A}"/>
                    </a:ext>
                  </a:extLst>
                </p14:cNvPr>
                <p14:cNvContentPartPr/>
                <p14:nvPr/>
              </p14:nvContentPartPr>
              <p14:xfrm>
                <a:off x="3093420" y="1363860"/>
                <a:ext cx="168120" cy="16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B650854-4333-DD66-78F8-0FDFD68740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87300" y="1354024"/>
                  <a:ext cx="180360" cy="3587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86AB1CE-D5CB-833F-EF1D-76555595ABEB}"/>
                  </a:ext>
                </a:extLst>
              </p14:cNvPr>
              <p14:cNvContentPartPr/>
              <p14:nvPr/>
            </p14:nvContentPartPr>
            <p14:xfrm>
              <a:off x="1493220" y="2821860"/>
              <a:ext cx="1076760" cy="367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86AB1CE-D5CB-833F-EF1D-76555595ABE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487100" y="2815740"/>
                <a:ext cx="10890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8052F00-3415-18EF-6564-4E8841979FDA}"/>
              </a:ext>
            </a:extLst>
          </p:cNvPr>
          <p:cNvGrpSpPr/>
          <p:nvPr/>
        </p:nvGrpSpPr>
        <p:grpSpPr>
          <a:xfrm>
            <a:off x="3261180" y="2101140"/>
            <a:ext cx="1067400" cy="1051560"/>
            <a:chOff x="3261180" y="2101140"/>
            <a:chExt cx="1067400" cy="10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F01891B-AF48-138D-AF7F-E1868D66E5A2}"/>
                    </a:ext>
                  </a:extLst>
                </p14:cNvPr>
                <p14:cNvContentPartPr/>
                <p14:nvPr/>
              </p14:nvContentPartPr>
              <p14:xfrm>
                <a:off x="3261180" y="2101140"/>
                <a:ext cx="1067400" cy="983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F01891B-AF48-138D-AF7F-E1868D66E5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55060" y="2095020"/>
                  <a:ext cx="107964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A5484B-012B-B884-7FDC-C27DEB15D0DB}"/>
                    </a:ext>
                  </a:extLst>
                </p14:cNvPr>
                <p14:cNvContentPartPr/>
                <p14:nvPr/>
              </p14:nvContentPartPr>
              <p14:xfrm>
                <a:off x="4320300" y="3047940"/>
                <a:ext cx="360" cy="104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A5484B-012B-B884-7FDC-C27DEB15D0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14180" y="3041820"/>
                  <a:ext cx="12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121B62D-AE70-E9F6-320B-2072FB43A320}"/>
                    </a:ext>
                  </a:extLst>
                </p14:cNvPr>
                <p14:cNvContentPartPr/>
                <p14:nvPr/>
              </p14:nvContentPartPr>
              <p14:xfrm>
                <a:off x="3291420" y="2788740"/>
                <a:ext cx="961560" cy="312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121B62D-AE70-E9F6-320B-2072FB43A3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85300" y="2782620"/>
                  <a:ext cx="97380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196CA2D-B6DE-B60C-5683-A8C9C9AB6776}"/>
              </a:ext>
            </a:extLst>
          </p:cNvPr>
          <p:cNvGrpSpPr/>
          <p:nvPr/>
        </p:nvGrpSpPr>
        <p:grpSpPr>
          <a:xfrm>
            <a:off x="3304380" y="4648140"/>
            <a:ext cx="649800" cy="727920"/>
            <a:chOff x="3304380" y="4648140"/>
            <a:chExt cx="649800" cy="72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254185B-72B3-C354-035F-29AF5806067C}"/>
                    </a:ext>
                  </a:extLst>
                </p14:cNvPr>
                <p14:cNvContentPartPr/>
                <p14:nvPr/>
              </p14:nvContentPartPr>
              <p14:xfrm>
                <a:off x="3398340" y="4998780"/>
                <a:ext cx="31320" cy="334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254185B-72B3-C354-035F-29AF580606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92220" y="4992660"/>
                  <a:ext cx="43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8C47A78-7511-BE20-E0E9-27821FAA46A2}"/>
                    </a:ext>
                  </a:extLst>
                </p14:cNvPr>
                <p14:cNvContentPartPr/>
                <p14:nvPr/>
              </p14:nvContentPartPr>
              <p14:xfrm>
                <a:off x="3847620" y="5021460"/>
                <a:ext cx="26640" cy="354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8C47A78-7511-BE20-E0E9-27821FAA46A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41500" y="5015340"/>
                  <a:ext cx="38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2E429D4-1C05-A22C-AAA9-5ACC2672A50E}"/>
                    </a:ext>
                  </a:extLst>
                </p14:cNvPr>
                <p14:cNvContentPartPr/>
                <p14:nvPr/>
              </p14:nvContentPartPr>
              <p14:xfrm>
                <a:off x="3304380" y="4877460"/>
                <a:ext cx="177840" cy="115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2E429D4-1C05-A22C-AAA9-5ACC2672A50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98260" y="4871340"/>
                  <a:ext cx="190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D16EFCF-B022-4190-5701-ADDBA72421A5}"/>
                    </a:ext>
                  </a:extLst>
                </p14:cNvPr>
                <p14:cNvContentPartPr/>
                <p14:nvPr/>
              </p14:nvContentPartPr>
              <p14:xfrm>
                <a:off x="3778140" y="4898700"/>
                <a:ext cx="124920" cy="101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D16EFCF-B022-4190-5701-ADDBA72421A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72020" y="4892580"/>
                  <a:ext cx="137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02C13F0-980F-FD16-CBE2-F0AE31A06989}"/>
                    </a:ext>
                  </a:extLst>
                </p14:cNvPr>
                <p14:cNvContentPartPr/>
                <p14:nvPr/>
              </p14:nvContentPartPr>
              <p14:xfrm>
                <a:off x="3322020" y="4732020"/>
                <a:ext cx="184320" cy="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02C13F0-980F-FD16-CBE2-F0AE31A0698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15900" y="4725900"/>
                  <a:ext cx="196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A7ED2DE-BF0E-41EC-07BE-6A7563C272C1}"/>
                    </a:ext>
                  </a:extLst>
                </p14:cNvPr>
                <p14:cNvContentPartPr/>
                <p14:nvPr/>
              </p14:nvContentPartPr>
              <p14:xfrm>
                <a:off x="3901260" y="4648140"/>
                <a:ext cx="360" cy="153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A7ED2DE-BF0E-41EC-07BE-6A7563C272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95140" y="4642020"/>
                  <a:ext cx="12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F3B9B29-25C8-072D-98B5-9DB04C474AF3}"/>
                    </a:ext>
                  </a:extLst>
                </p14:cNvPr>
                <p14:cNvContentPartPr/>
                <p14:nvPr/>
              </p14:nvContentPartPr>
              <p14:xfrm>
                <a:off x="3832500" y="4731660"/>
                <a:ext cx="121680" cy="8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F3B9B29-25C8-072D-98B5-9DB04C474A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26380" y="4725540"/>
                  <a:ext cx="13392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3910FD5-733D-222D-100A-CF94C278D348}"/>
                  </a:ext>
                </a:extLst>
              </p14:cNvPr>
              <p14:cNvContentPartPr/>
              <p14:nvPr/>
            </p14:nvContentPartPr>
            <p14:xfrm>
              <a:off x="6948660" y="2026980"/>
              <a:ext cx="1023120" cy="32270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3910FD5-733D-222D-100A-CF94C278D34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942540" y="2020860"/>
                <a:ext cx="1035360" cy="323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E4E0A4C-E00E-F42F-1551-372758964D14}"/>
              </a:ext>
            </a:extLst>
          </p:cNvPr>
          <p:cNvGrpSpPr/>
          <p:nvPr/>
        </p:nvGrpSpPr>
        <p:grpSpPr>
          <a:xfrm>
            <a:off x="7781955" y="2280908"/>
            <a:ext cx="1280265" cy="2938192"/>
            <a:chOff x="7781955" y="2280908"/>
            <a:chExt cx="1280265" cy="293819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F2290E-5EC7-EF3A-1F82-857BF748A074}"/>
                    </a:ext>
                  </a:extLst>
                </p14:cNvPr>
                <p14:cNvContentPartPr/>
                <p14:nvPr/>
              </p14:nvContentPartPr>
              <p14:xfrm>
                <a:off x="8862675" y="2433548"/>
                <a:ext cx="360" cy="104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F2290E-5EC7-EF3A-1F82-857BF748A0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56555" y="2427428"/>
                  <a:ext cx="12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A96FF99-76D5-D2DE-1258-702034FB4AFD}"/>
                    </a:ext>
                  </a:extLst>
                </p14:cNvPr>
                <p14:cNvContentPartPr/>
                <p14:nvPr/>
              </p14:nvContentPartPr>
              <p14:xfrm>
                <a:off x="8819835" y="2490428"/>
                <a:ext cx="95040" cy="5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A96FF99-76D5-D2DE-1258-702034FB4AF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813715" y="2484308"/>
                  <a:ext cx="1072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1B0E1B3-CDAD-A7FB-78E7-83621B759D6A}"/>
                    </a:ext>
                  </a:extLst>
                </p14:cNvPr>
                <p14:cNvContentPartPr/>
                <p14:nvPr/>
              </p14:nvContentPartPr>
              <p14:xfrm>
                <a:off x="8519595" y="2280908"/>
                <a:ext cx="529200" cy="976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1B0E1B3-CDAD-A7FB-78E7-83621B759D6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13475" y="2274788"/>
                  <a:ext cx="541440" cy="9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82795AB-7E2B-B09B-CD66-72287304F424}"/>
                    </a:ext>
                  </a:extLst>
                </p14:cNvPr>
                <p14:cNvContentPartPr/>
                <p14:nvPr/>
              </p14:nvContentPartPr>
              <p14:xfrm>
                <a:off x="8524635" y="3486188"/>
                <a:ext cx="360" cy="66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82795AB-7E2B-B09B-CD66-72287304F42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518515" y="3480068"/>
                  <a:ext cx="12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FFFF58F-642A-663A-86FB-9B57176FD2EC}"/>
                    </a:ext>
                  </a:extLst>
                </p14:cNvPr>
                <p14:cNvContentPartPr/>
                <p14:nvPr/>
              </p14:nvContentPartPr>
              <p14:xfrm>
                <a:off x="8481795" y="4052468"/>
                <a:ext cx="16560" cy="383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FFFF58F-642A-663A-86FB-9B57176FD2E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475675" y="4046348"/>
                  <a:ext cx="288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1FB281-3456-6AA6-F28C-0D2804D5BC50}"/>
                    </a:ext>
                  </a:extLst>
                </p14:cNvPr>
                <p14:cNvContentPartPr/>
                <p14:nvPr/>
              </p14:nvContentPartPr>
              <p14:xfrm>
                <a:off x="8450835" y="4413188"/>
                <a:ext cx="92880" cy="106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1FB281-3456-6AA6-F28C-0D2804D5BC5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444715" y="4407068"/>
                  <a:ext cx="105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4CAD71-B167-E702-0949-3941106629AB}"/>
                    </a:ext>
                  </a:extLst>
                </p14:cNvPr>
                <p14:cNvContentPartPr/>
                <p14:nvPr/>
              </p14:nvContentPartPr>
              <p14:xfrm>
                <a:off x="7996155" y="4071908"/>
                <a:ext cx="24480" cy="390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4CAD71-B167-E702-0949-3941106629A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990035" y="4065788"/>
                  <a:ext cx="367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DF28B2B-71B7-AFD3-0200-1CF12B74B129}"/>
                    </a:ext>
                  </a:extLst>
                </p14:cNvPr>
                <p14:cNvContentPartPr/>
                <p14:nvPr/>
              </p14:nvContentPartPr>
              <p14:xfrm>
                <a:off x="7947555" y="4466468"/>
                <a:ext cx="96840" cy="82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DF28B2B-71B7-AFD3-0200-1CF12B74B12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941435" y="4460348"/>
                  <a:ext cx="109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A2B9521-3C7B-5CB3-FB41-3C8E65B073F8}"/>
                    </a:ext>
                  </a:extLst>
                </p14:cNvPr>
                <p14:cNvContentPartPr/>
                <p14:nvPr/>
              </p14:nvContentPartPr>
              <p14:xfrm>
                <a:off x="7781955" y="4371788"/>
                <a:ext cx="10080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A2B9521-3C7B-5CB3-FB41-3C8E65B073F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75835" y="4365668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400A0B0-A26E-2139-A90F-8971B3921206}"/>
                    </a:ext>
                  </a:extLst>
                </p14:cNvPr>
                <p14:cNvContentPartPr/>
                <p14:nvPr/>
              </p14:nvContentPartPr>
              <p14:xfrm>
                <a:off x="8701035" y="4290788"/>
                <a:ext cx="10080" cy="11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400A0B0-A26E-2139-A90F-8971B392120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94915" y="4284668"/>
                  <a:ext cx="22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F2B7192-73F5-09C7-1EF8-B7D87259F803}"/>
                    </a:ext>
                  </a:extLst>
                </p14:cNvPr>
                <p14:cNvContentPartPr/>
                <p14:nvPr/>
              </p14:nvContentPartPr>
              <p14:xfrm>
                <a:off x="8667555" y="4348028"/>
                <a:ext cx="109440" cy="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F2B7192-73F5-09C7-1EF8-B7D87259F80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661435" y="4341908"/>
                  <a:ext cx="121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FF3562-FDD8-482C-ECEF-A352CCF8A61A}"/>
                    </a:ext>
                  </a:extLst>
                </p14:cNvPr>
                <p14:cNvContentPartPr/>
                <p14:nvPr/>
              </p14:nvContentPartPr>
              <p14:xfrm>
                <a:off x="8100915" y="4619468"/>
                <a:ext cx="669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FF3562-FDD8-482C-ECEF-A352CCF8A61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94795" y="4613348"/>
                  <a:ext cx="79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7C7AC3C-ECDF-6375-14E2-18EDE0012E79}"/>
                    </a:ext>
                  </a:extLst>
                </p14:cNvPr>
                <p14:cNvContentPartPr/>
                <p14:nvPr/>
              </p14:nvContentPartPr>
              <p14:xfrm>
                <a:off x="8085435" y="4614788"/>
                <a:ext cx="84240" cy="11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7C7AC3C-ECDF-6375-14E2-18EDE0012E7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79315" y="4608668"/>
                  <a:ext cx="96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6EB5BB7-D1F3-6480-2817-B9A30FF461EB}"/>
                    </a:ext>
                  </a:extLst>
                </p14:cNvPr>
                <p14:cNvContentPartPr/>
                <p14:nvPr/>
              </p14:nvContentPartPr>
              <p14:xfrm>
                <a:off x="8200635" y="4610108"/>
                <a:ext cx="111600" cy="110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6EB5BB7-D1F3-6480-2817-B9A30FF461E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94515" y="4603988"/>
                  <a:ext cx="123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DCFB5CF-8239-1839-EB34-316A014C6BEC}"/>
                    </a:ext>
                  </a:extLst>
                </p14:cNvPr>
                <p14:cNvContentPartPr/>
                <p14:nvPr/>
              </p14:nvContentPartPr>
              <p14:xfrm>
                <a:off x="8404500" y="3360420"/>
                <a:ext cx="657720" cy="1858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DCFB5CF-8239-1839-EB34-316A014C6BE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98380" y="3354300"/>
                  <a:ext cx="669960" cy="187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4FEB9AA-F565-B0AC-FA43-6E61C0ABC46F}"/>
              </a:ext>
            </a:extLst>
          </p:cNvPr>
          <p:cNvSpPr/>
          <p:nvPr/>
        </p:nvSpPr>
        <p:spPr>
          <a:xfrm>
            <a:off x="7571232" y="5211558"/>
            <a:ext cx="1195940" cy="49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Ổn áp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465FCC3-512F-ADFF-F81E-CE34027CDF26}"/>
              </a:ext>
            </a:extLst>
          </p:cNvPr>
          <p:cNvGrpSpPr/>
          <p:nvPr/>
        </p:nvGrpSpPr>
        <p:grpSpPr>
          <a:xfrm>
            <a:off x="7612500" y="5722380"/>
            <a:ext cx="1234800" cy="846720"/>
            <a:chOff x="7612500" y="5722380"/>
            <a:chExt cx="1234800" cy="84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7F9A16A-8BBB-573F-4469-46728E66B3B5}"/>
                    </a:ext>
                  </a:extLst>
                </p14:cNvPr>
                <p14:cNvContentPartPr/>
                <p14:nvPr/>
              </p14:nvContentPartPr>
              <p14:xfrm>
                <a:off x="7993380" y="5722380"/>
                <a:ext cx="360" cy="518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7F9A16A-8BBB-573F-4469-46728E66B3B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87260" y="5716260"/>
                  <a:ext cx="1260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874BAC-1A0E-127F-7220-6FD9C979FD9F}"/>
                    </a:ext>
                  </a:extLst>
                </p14:cNvPr>
                <p14:cNvContentPartPr/>
                <p14:nvPr/>
              </p14:nvContentPartPr>
              <p14:xfrm>
                <a:off x="8434380" y="5730300"/>
                <a:ext cx="16560" cy="456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874BAC-1A0E-127F-7220-6FD9C979FD9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28260" y="5724180"/>
                  <a:ext cx="288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74C9E5-278A-D540-EB01-6E8B878513B4}"/>
                    </a:ext>
                  </a:extLst>
                </p14:cNvPr>
                <p14:cNvContentPartPr/>
                <p14:nvPr/>
              </p14:nvContentPartPr>
              <p14:xfrm>
                <a:off x="7932180" y="6232140"/>
                <a:ext cx="117000" cy="108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74C9E5-278A-D540-EB01-6E8B878513B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26060" y="6226020"/>
                  <a:ext cx="129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0C705EC-C4ED-D261-FF25-B942BDA04EC7}"/>
                    </a:ext>
                  </a:extLst>
                </p14:cNvPr>
                <p14:cNvContentPartPr/>
                <p14:nvPr/>
              </p14:nvContentPartPr>
              <p14:xfrm>
                <a:off x="8417460" y="6209100"/>
                <a:ext cx="88200" cy="93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0C705EC-C4ED-D261-FF25-B942BDA04EC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411340" y="6202980"/>
                  <a:ext cx="100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4D414FF-6DB8-1E88-90A4-033537FB9E29}"/>
                    </a:ext>
                  </a:extLst>
                </p14:cNvPr>
                <p14:cNvContentPartPr/>
                <p14:nvPr/>
              </p14:nvContentPartPr>
              <p14:xfrm>
                <a:off x="7612500" y="6169140"/>
                <a:ext cx="149760" cy="3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4D414FF-6DB8-1E88-90A4-033537FB9E2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606380" y="6163020"/>
                  <a:ext cx="162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3AE9A76-0A64-ED7C-7315-CBA992D1DE01}"/>
                    </a:ext>
                  </a:extLst>
                </p14:cNvPr>
                <p14:cNvContentPartPr/>
                <p14:nvPr/>
              </p14:nvContentPartPr>
              <p14:xfrm>
                <a:off x="8772060" y="6073020"/>
                <a:ext cx="6120" cy="142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3AE9A76-0A64-ED7C-7315-CBA992D1DE0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765940" y="6066900"/>
                  <a:ext cx="18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0824BBF-935E-171C-D3DB-CD057F63A0A3}"/>
                    </a:ext>
                  </a:extLst>
                </p14:cNvPr>
                <p14:cNvContentPartPr/>
                <p14:nvPr/>
              </p14:nvContentPartPr>
              <p14:xfrm>
                <a:off x="8724900" y="6133860"/>
                <a:ext cx="122400" cy="16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0824BBF-935E-171C-D3DB-CD057F63A0A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18780" y="6127740"/>
                  <a:ext cx="134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AB19C68-1D9D-7F93-7502-00891C509064}"/>
                    </a:ext>
                  </a:extLst>
                </p14:cNvPr>
                <p14:cNvContentPartPr/>
                <p14:nvPr/>
              </p14:nvContentPartPr>
              <p14:xfrm>
                <a:off x="7955220" y="6422220"/>
                <a:ext cx="194400" cy="139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AB19C68-1D9D-7F93-7502-00891C50906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49100" y="6416100"/>
                  <a:ext cx="206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11DBC9B-B38C-7669-08ED-84D1DD4EC780}"/>
                    </a:ext>
                  </a:extLst>
                </p14:cNvPr>
                <p14:cNvContentPartPr/>
                <p14:nvPr/>
              </p14:nvContentPartPr>
              <p14:xfrm>
                <a:off x="8206860" y="6553260"/>
                <a:ext cx="36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11DBC9B-B38C-7669-08ED-84D1DD4EC78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00740" y="65471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CD0B617-CF8B-E2D9-BD6C-971ABEB453A8}"/>
                    </a:ext>
                  </a:extLst>
                </p14:cNvPr>
                <p14:cNvContentPartPr/>
                <p14:nvPr/>
              </p14:nvContentPartPr>
              <p14:xfrm>
                <a:off x="8244300" y="6421140"/>
                <a:ext cx="155160" cy="147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CD0B617-CF8B-E2D9-BD6C-971ABEB453A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238180" y="6415020"/>
                  <a:ext cx="167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11E1880-1FB7-19A1-DB21-62F81F838172}"/>
                    </a:ext>
                  </a:extLst>
                </p14:cNvPr>
                <p14:cNvContentPartPr/>
                <p14:nvPr/>
              </p14:nvContentPartPr>
              <p14:xfrm>
                <a:off x="8473260" y="6416100"/>
                <a:ext cx="149040" cy="123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11E1880-1FB7-19A1-DB21-62F81F83817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67140" y="6409980"/>
                  <a:ext cx="1612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6A80ABD-40FC-49DE-C3EE-F50005326B71}"/>
              </a:ext>
            </a:extLst>
          </p:cNvPr>
          <p:cNvGrpSpPr/>
          <p:nvPr/>
        </p:nvGrpSpPr>
        <p:grpSpPr>
          <a:xfrm>
            <a:off x="1279740" y="4594860"/>
            <a:ext cx="457920" cy="771120"/>
            <a:chOff x="1279740" y="4594860"/>
            <a:chExt cx="45792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2E85A54-8FFC-7C08-E733-501FB189B5D3}"/>
                    </a:ext>
                  </a:extLst>
                </p14:cNvPr>
                <p14:cNvContentPartPr/>
                <p14:nvPr/>
              </p14:nvContentPartPr>
              <p14:xfrm>
                <a:off x="1386660" y="4861620"/>
                <a:ext cx="23400" cy="504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2E85A54-8FFC-7C08-E733-501FB189B5D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380540" y="4855500"/>
                  <a:ext cx="3564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BDA9269-4F86-5C46-42C1-24DB53D8DE13}"/>
                    </a:ext>
                  </a:extLst>
                </p14:cNvPr>
                <p14:cNvContentPartPr/>
                <p14:nvPr/>
              </p14:nvContentPartPr>
              <p14:xfrm>
                <a:off x="1569540" y="4869180"/>
                <a:ext cx="7560" cy="495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BDA9269-4F86-5C46-42C1-24DB53D8DE1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563420" y="4863060"/>
                  <a:ext cx="1980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0E720E9-C226-40A3-0077-D1406C98A121}"/>
                    </a:ext>
                  </a:extLst>
                </p14:cNvPr>
                <p14:cNvContentPartPr/>
                <p14:nvPr/>
              </p14:nvContentPartPr>
              <p14:xfrm>
                <a:off x="1354980" y="4777740"/>
                <a:ext cx="85320" cy="73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0E720E9-C226-40A3-0077-D1406C98A12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348860" y="4771620"/>
                  <a:ext cx="97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51112C3-CD37-0AFA-CAB6-86D91A5ED3C2}"/>
                    </a:ext>
                  </a:extLst>
                </p14:cNvPr>
                <p14:cNvContentPartPr/>
                <p14:nvPr/>
              </p14:nvContentPartPr>
              <p14:xfrm>
                <a:off x="1521660" y="4777740"/>
                <a:ext cx="80280" cy="84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51112C3-CD37-0AFA-CAB6-86D91A5ED3C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515540" y="4771620"/>
                  <a:ext cx="92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B3417E4-2535-016C-C50B-13907FBA94C7}"/>
                    </a:ext>
                  </a:extLst>
                </p14:cNvPr>
                <p14:cNvContentPartPr/>
                <p14:nvPr/>
              </p14:nvContentPartPr>
              <p14:xfrm>
                <a:off x="1279740" y="4648140"/>
                <a:ext cx="65880" cy="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B3417E4-2535-016C-C50B-13907FBA94C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73620" y="4642020"/>
                  <a:ext cx="78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911C4DB-7EF5-B4CE-5552-EBD3001FAF61}"/>
                    </a:ext>
                  </a:extLst>
                </p14:cNvPr>
                <p14:cNvContentPartPr/>
                <p14:nvPr/>
              </p14:nvContentPartPr>
              <p14:xfrm>
                <a:off x="1660980" y="4594860"/>
                <a:ext cx="15480" cy="114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911C4DB-7EF5-B4CE-5552-EBD3001FAF6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54860" y="4588740"/>
                  <a:ext cx="27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DB77261-7B0B-4E5B-422D-3429F9923A33}"/>
                    </a:ext>
                  </a:extLst>
                </p14:cNvPr>
                <p14:cNvContentPartPr/>
                <p14:nvPr/>
              </p14:nvContentPartPr>
              <p14:xfrm>
                <a:off x="1599780" y="4670820"/>
                <a:ext cx="13788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DB77261-7B0B-4E5B-422D-3429F9923A3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93660" y="4664700"/>
                  <a:ext cx="15012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D938D623-8AB5-B272-E467-50AEF500C9ED}"/>
                  </a:ext>
                </a:extLst>
              </p14:cNvPr>
              <p14:cNvContentPartPr/>
              <p14:nvPr/>
            </p14:nvContentPartPr>
            <p14:xfrm>
              <a:off x="5470161" y="2122367"/>
              <a:ext cx="360" cy="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D938D623-8AB5-B272-E467-50AEF500C9E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5464041" y="211624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14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</TotalTime>
  <Words>47</Words>
  <Application>Microsoft Office PowerPoint</Application>
  <PresentationFormat>On-screen Show (4:3)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1</cp:revision>
  <dcterms:created xsi:type="dcterms:W3CDTF">2025-10-27T12:34:43Z</dcterms:created>
  <dcterms:modified xsi:type="dcterms:W3CDTF">2025-10-27T14:15:32Z</dcterms:modified>
</cp:coreProperties>
</file>