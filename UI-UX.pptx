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73" r:id="rId4"/>
    <p:sldId id="274" r:id="rId5"/>
    <p:sldId id="258" r:id="rId6"/>
    <p:sldId id="262" r:id="rId7"/>
    <p:sldId id="261" r:id="rId8"/>
    <p:sldId id="263" r:id="rId9"/>
    <p:sldId id="265" r:id="rId10"/>
    <p:sldId id="266" r:id="rId11"/>
    <p:sldId id="264" r:id="rId12"/>
    <p:sldId id="267" r:id="rId13"/>
    <p:sldId id="260" r:id="rId14"/>
    <p:sldId id="268" r:id="rId15"/>
    <p:sldId id="269" r:id="rId16"/>
    <p:sldId id="259" r:id="rId17"/>
    <p:sldId id="270" r:id="rId18"/>
    <p:sldId id="271" r:id="rId19"/>
    <p:sldId id="272" r:id="rId20"/>
    <p:sldId id="277" r:id="rId21"/>
    <p:sldId id="276" r:id="rId22"/>
    <p:sldId id="275" r:id="rId2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7836A-D074-0EB4-9CC1-286FA2EAF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FC9CC-71A7-3FFD-8B53-810B376B7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DD660-21DB-BC5E-E9A6-602606D00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0DF7-FECE-492F-9A8A-74CD7F59296A}" type="datetimeFigureOut">
              <a:rPr lang="vi-VN" smtClean="0"/>
              <a:t>02/11/2025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4039B-312C-B687-8E3C-66357795D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E4BE9-6BED-48B6-2AAD-C80B4580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667A-03D0-40FC-AF13-AB36B2D02F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6220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83349-0945-90EC-3D87-C5A905F2A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87DC4-9E25-E403-20AD-DD3D19C5E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C3764-B8FB-89AD-F24B-35885322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0DF7-FECE-492F-9A8A-74CD7F59296A}" type="datetimeFigureOut">
              <a:rPr lang="vi-VN" smtClean="0"/>
              <a:t>02/11/2025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B3668-7558-5860-B557-F886AE897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2CE0C-31BA-927A-02F8-8656B67C2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667A-03D0-40FC-AF13-AB36B2D02F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29254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7C44B-16C6-FE7E-07E9-B77F3E3F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BD2EA-BDA1-F139-F441-DD33A9A14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F68B4-14AB-691B-CB1A-372A9D70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0DF7-FECE-492F-9A8A-74CD7F59296A}" type="datetimeFigureOut">
              <a:rPr lang="vi-VN" smtClean="0"/>
              <a:t>02/11/2025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84CDC-B2A6-F5D5-6455-D95131620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3F951-D000-E3EA-7448-17BB3CCC9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667A-03D0-40FC-AF13-AB36B2D02F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86184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214D6-914E-A6D0-376C-46B27A4D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7C404-49E0-4FB4-69B0-CFCB9CE87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5855A-C078-B46E-6432-A07323101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4CBA6-7F9C-7857-C26E-AD7A01CB2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0DF7-FECE-492F-9A8A-74CD7F59296A}" type="datetimeFigureOut">
              <a:rPr lang="vi-VN" smtClean="0"/>
              <a:t>02/11/2025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B751A-F9AF-F932-4C59-B941B4CE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4F05A-193C-BB1E-DD4E-B3D08022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667A-03D0-40FC-AF13-AB36B2D02F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4613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A8224-FACA-B84C-CCA1-9808844D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9485C-5BE6-5D06-F7F7-F81259D2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D017C-D299-A3FB-30C0-D35EF88B9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3BCC1-6413-B6FC-69EF-FD098EB4E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11FA4A-A60E-2A2E-D31D-FDD53178E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284E1A-A4D8-17DC-E709-E3BA69E62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0DF7-FECE-492F-9A8A-74CD7F59296A}" type="datetimeFigureOut">
              <a:rPr lang="vi-VN" smtClean="0"/>
              <a:t>02/11/2025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72152C-22E7-EA49-7296-29F68725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CEA787-FEF3-8BC9-E9CA-56DB851E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667A-03D0-40FC-AF13-AB36B2D02F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13625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C4187-1C5B-1D5B-E7EB-ED8C2FB4F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63619-6718-9A3E-07D6-BDD2FCCDC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0DF7-FECE-492F-9A8A-74CD7F59296A}" type="datetimeFigureOut">
              <a:rPr lang="vi-VN" smtClean="0"/>
              <a:t>02/11/2025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F04B0C-50D8-2B0A-03A8-40BD5B7AE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3B8A5-23CD-F90B-085D-0DC9F6FC7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667A-03D0-40FC-AF13-AB36B2D02F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4623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6F2017-CA57-496A-5097-9EB24B605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0DF7-FECE-492F-9A8A-74CD7F59296A}" type="datetimeFigureOut">
              <a:rPr lang="vi-VN" smtClean="0"/>
              <a:t>02/11/2025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EDA3BC-B5EF-5EE8-E9FD-78AFD0378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27AAB-8383-1491-0545-D9DFDF4AB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667A-03D0-40FC-AF13-AB36B2D02F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97992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29EEE-88FC-E4F8-1B1F-BC4D68D71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1D905-557B-7DF8-267D-7E48787D7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CE67B-BF59-6C3F-AFDA-B20F058C0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96A29-0833-328D-CBD4-29FD34A7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0DF7-FECE-492F-9A8A-74CD7F59296A}" type="datetimeFigureOut">
              <a:rPr lang="vi-VN" smtClean="0"/>
              <a:t>02/11/2025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6CCFB-8209-1746-0D6A-0BE49DE0E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3AF1B-3FA4-8749-2D0E-7E767277E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667A-03D0-40FC-AF13-AB36B2D02F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7375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818A0-3531-8252-859F-9F749255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1CE7A-123F-E060-7F8D-2E75AC2B9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8EB8E-3FD4-5CB2-234C-5A2BD3FA7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4B387-CC0D-E5ED-E286-4506925B3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0DF7-FECE-492F-9A8A-74CD7F59296A}" type="datetimeFigureOut">
              <a:rPr lang="vi-VN" smtClean="0"/>
              <a:t>02/11/2025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2991D-EB12-7D91-E4EE-0BA48EDF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4CD72-832D-1444-5BBE-4D6A745B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667A-03D0-40FC-AF13-AB36B2D02F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4485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639FB-9110-E165-AED5-9667FFBE7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B411ED-585A-A739-5BD5-C6A8A96EE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493FB-5E18-A271-B039-E500A09FD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0DF7-FECE-492F-9A8A-74CD7F59296A}" type="datetimeFigureOut">
              <a:rPr lang="vi-VN" smtClean="0"/>
              <a:t>02/11/2025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41264-E0C0-AEDC-8309-C6403F0D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960D7-19BC-DB36-9751-F801AA02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667A-03D0-40FC-AF13-AB36B2D02F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8762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7ED66-C4A3-E875-12DF-E40C128DD8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13001-E351-801D-F3E7-404D96876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09964-D8A7-6535-2564-825A6FB4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0DF7-FECE-492F-9A8A-74CD7F59296A}" type="datetimeFigureOut">
              <a:rPr lang="vi-VN" smtClean="0"/>
              <a:t>02/11/2025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13D08-3617-3541-3E07-D25D01BFB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B21C7-1CFB-CF57-EDD2-CEDC8DF5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B667A-03D0-40FC-AF13-AB36B2D02F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0671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5A1F21-DF11-5027-7F58-7A9121D89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0FE53-CBC8-FE50-0B0B-66BA521B5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9D13A-CD87-AC7C-CA74-6A9D6DDFCA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D0DF7-FECE-492F-9A8A-74CD7F59296A}" type="datetimeFigureOut">
              <a:rPr lang="vi-VN" smtClean="0"/>
              <a:t>02/11/2025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F4F08-F9D0-3A82-6F53-17F395333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AA316-0B8D-69FB-A099-88F99F918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B667A-03D0-40FC-AF13-AB36B2D02FF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831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AA871-DB6D-3279-48EE-265786D6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3F771A-C566-F813-A02C-830488A9C7B1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67E9B0-3FB2-B0DE-F464-35F2B300F897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A7F3B9-A78B-CD1F-34B3-CAE3E047EA15}"/>
              </a:ext>
            </a:extLst>
          </p:cNvPr>
          <p:cNvSpPr txBox="1"/>
          <p:nvPr/>
        </p:nvSpPr>
        <p:spPr>
          <a:xfrm>
            <a:off x="9481176" y="98859"/>
            <a:ext cx="51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1px</a:t>
            </a:r>
            <a:endParaRPr lang="vi-V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E503CD-DBCC-E38D-E57E-8FB386AFFF84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3ACB2FC-F14C-887F-A3CF-D9F51A48796A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DA4C2BA-E84F-4F40-FD90-FCB4384514E8}"/>
              </a:ext>
            </a:extLst>
          </p:cNvPr>
          <p:cNvSpPr/>
          <p:nvPr/>
        </p:nvSpPr>
        <p:spPr>
          <a:xfrm>
            <a:off x="265176" y="1116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7F80573-58B3-11DA-FB39-5EDF4DCBAFD2}"/>
              </a:ext>
            </a:extLst>
          </p:cNvPr>
          <p:cNvSpPr/>
          <p:nvPr/>
        </p:nvSpPr>
        <p:spPr>
          <a:xfrm>
            <a:off x="265176" y="1188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41156F8-8E0B-FEBE-6DF2-B61BAECE1F8D}"/>
              </a:ext>
            </a:extLst>
          </p:cNvPr>
          <p:cNvSpPr/>
          <p:nvPr/>
        </p:nvSpPr>
        <p:spPr>
          <a:xfrm>
            <a:off x="265176" y="126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22A73A7-70B2-A149-D0AE-0EA13C8B9508}"/>
              </a:ext>
            </a:extLst>
          </p:cNvPr>
          <p:cNvSpPr/>
          <p:nvPr/>
        </p:nvSpPr>
        <p:spPr>
          <a:xfrm>
            <a:off x="265176" y="133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DAA2CAC-FC96-A3D7-0D05-4A3DD9B45094}"/>
              </a:ext>
            </a:extLst>
          </p:cNvPr>
          <p:cNvSpPr/>
          <p:nvPr/>
        </p:nvSpPr>
        <p:spPr>
          <a:xfrm>
            <a:off x="265176" y="1404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6A0815C-5EB9-CA71-757F-91CB45847CE2}"/>
              </a:ext>
            </a:extLst>
          </p:cNvPr>
          <p:cNvSpPr/>
          <p:nvPr/>
        </p:nvSpPr>
        <p:spPr>
          <a:xfrm>
            <a:off x="265176" y="1476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79F76C9-553E-77A7-3A10-8FDEDCD57EBE}"/>
              </a:ext>
            </a:extLst>
          </p:cNvPr>
          <p:cNvSpPr/>
          <p:nvPr/>
        </p:nvSpPr>
        <p:spPr>
          <a:xfrm>
            <a:off x="265176" y="1548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03690CA-870E-6692-CE14-F63A29620A54}"/>
              </a:ext>
            </a:extLst>
          </p:cNvPr>
          <p:cNvSpPr/>
          <p:nvPr/>
        </p:nvSpPr>
        <p:spPr>
          <a:xfrm>
            <a:off x="265176" y="162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E22E106-E6B3-46BF-2919-3B9D5E174316}"/>
              </a:ext>
            </a:extLst>
          </p:cNvPr>
          <p:cNvSpPr/>
          <p:nvPr/>
        </p:nvSpPr>
        <p:spPr>
          <a:xfrm>
            <a:off x="265176" y="169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4E8CCC0-5ED0-54D3-473D-CC1DE1F95D2F}"/>
              </a:ext>
            </a:extLst>
          </p:cNvPr>
          <p:cNvSpPr/>
          <p:nvPr/>
        </p:nvSpPr>
        <p:spPr>
          <a:xfrm>
            <a:off x="265176" y="1764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4040AC9-564F-7332-516F-0F81691761F8}"/>
              </a:ext>
            </a:extLst>
          </p:cNvPr>
          <p:cNvSpPr/>
          <p:nvPr/>
        </p:nvSpPr>
        <p:spPr>
          <a:xfrm>
            <a:off x="265176" y="1836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16AB9F2-1D11-408F-B304-94FEB73CB90F}"/>
              </a:ext>
            </a:extLst>
          </p:cNvPr>
          <p:cNvSpPr/>
          <p:nvPr/>
        </p:nvSpPr>
        <p:spPr>
          <a:xfrm>
            <a:off x="265176" y="1908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E0EFEFE-86AD-55CA-6D85-727871F33B6F}"/>
              </a:ext>
            </a:extLst>
          </p:cNvPr>
          <p:cNvSpPr/>
          <p:nvPr/>
        </p:nvSpPr>
        <p:spPr>
          <a:xfrm>
            <a:off x="265176" y="198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E7F719B-8CA5-0CCF-029B-2DD109F47631}"/>
              </a:ext>
            </a:extLst>
          </p:cNvPr>
          <p:cNvSpPr/>
          <p:nvPr/>
        </p:nvSpPr>
        <p:spPr>
          <a:xfrm>
            <a:off x="265176" y="205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C6CFD8E-FD29-8704-32E3-32FCBD0EE17B}"/>
              </a:ext>
            </a:extLst>
          </p:cNvPr>
          <p:cNvSpPr/>
          <p:nvPr/>
        </p:nvSpPr>
        <p:spPr>
          <a:xfrm>
            <a:off x="265176" y="2124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8BD723D-BF26-4B85-5520-A6B485629ACF}"/>
              </a:ext>
            </a:extLst>
          </p:cNvPr>
          <p:cNvSpPr/>
          <p:nvPr/>
        </p:nvSpPr>
        <p:spPr>
          <a:xfrm>
            <a:off x="265176" y="2196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F1F65D0-EC37-EF2C-0244-2554507DF150}"/>
              </a:ext>
            </a:extLst>
          </p:cNvPr>
          <p:cNvSpPr/>
          <p:nvPr/>
        </p:nvSpPr>
        <p:spPr>
          <a:xfrm>
            <a:off x="265176" y="2268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733615D-5A23-373F-6635-A1C91A4DB891}"/>
              </a:ext>
            </a:extLst>
          </p:cNvPr>
          <p:cNvSpPr/>
          <p:nvPr/>
        </p:nvSpPr>
        <p:spPr>
          <a:xfrm>
            <a:off x="265176" y="234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43E5D09-F67B-2841-1EF0-6CBCA630E61D}"/>
              </a:ext>
            </a:extLst>
          </p:cNvPr>
          <p:cNvSpPr/>
          <p:nvPr/>
        </p:nvSpPr>
        <p:spPr>
          <a:xfrm>
            <a:off x="265176" y="241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E1156C4-CE9E-E064-38E8-AE9494E71B29}"/>
              </a:ext>
            </a:extLst>
          </p:cNvPr>
          <p:cNvSpPr/>
          <p:nvPr/>
        </p:nvSpPr>
        <p:spPr>
          <a:xfrm>
            <a:off x="265176" y="2484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BFAB464-83F4-AA96-0D00-AB17072BEE8F}"/>
              </a:ext>
            </a:extLst>
          </p:cNvPr>
          <p:cNvSpPr/>
          <p:nvPr/>
        </p:nvSpPr>
        <p:spPr>
          <a:xfrm>
            <a:off x="265176" y="2556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6B95070-FCCC-42E7-7C77-38F8680BAF42}"/>
              </a:ext>
            </a:extLst>
          </p:cNvPr>
          <p:cNvSpPr/>
          <p:nvPr/>
        </p:nvSpPr>
        <p:spPr>
          <a:xfrm>
            <a:off x="265176" y="2628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25A1BC2-FB67-E1D5-2C71-16BFAC25E35F}"/>
              </a:ext>
            </a:extLst>
          </p:cNvPr>
          <p:cNvSpPr/>
          <p:nvPr/>
        </p:nvSpPr>
        <p:spPr>
          <a:xfrm>
            <a:off x="265176" y="27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55DA441-5AB4-26C7-0A25-E25CA1B72970}"/>
              </a:ext>
            </a:extLst>
          </p:cNvPr>
          <p:cNvSpPr/>
          <p:nvPr/>
        </p:nvSpPr>
        <p:spPr>
          <a:xfrm>
            <a:off x="265176" y="27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97553E3-4005-C9E3-BA20-12AF1B484E68}"/>
              </a:ext>
            </a:extLst>
          </p:cNvPr>
          <p:cNvSpPr/>
          <p:nvPr/>
        </p:nvSpPr>
        <p:spPr>
          <a:xfrm>
            <a:off x="265176" y="2844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4931F18-E275-A20A-DD02-F617CEBD2162}"/>
              </a:ext>
            </a:extLst>
          </p:cNvPr>
          <p:cNvSpPr/>
          <p:nvPr/>
        </p:nvSpPr>
        <p:spPr>
          <a:xfrm>
            <a:off x="265176" y="2916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F7A5E7E-73B4-DF4D-B788-A9F5FE39B0BC}"/>
              </a:ext>
            </a:extLst>
          </p:cNvPr>
          <p:cNvSpPr/>
          <p:nvPr/>
        </p:nvSpPr>
        <p:spPr>
          <a:xfrm>
            <a:off x="265176" y="2988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BCFFDDE-3881-3C3D-B8D0-502EF814F6AA}"/>
              </a:ext>
            </a:extLst>
          </p:cNvPr>
          <p:cNvSpPr/>
          <p:nvPr/>
        </p:nvSpPr>
        <p:spPr>
          <a:xfrm>
            <a:off x="265176" y="306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CDED43A-308B-B422-064A-A4D85C742B25}"/>
              </a:ext>
            </a:extLst>
          </p:cNvPr>
          <p:cNvSpPr/>
          <p:nvPr/>
        </p:nvSpPr>
        <p:spPr>
          <a:xfrm>
            <a:off x="265176" y="313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161EEA3-0B8D-073D-8AAF-F125E2E567DC}"/>
              </a:ext>
            </a:extLst>
          </p:cNvPr>
          <p:cNvSpPr/>
          <p:nvPr/>
        </p:nvSpPr>
        <p:spPr>
          <a:xfrm>
            <a:off x="265176" y="3204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AD9FF10-A95E-7A1D-740F-D96F1414945A}"/>
              </a:ext>
            </a:extLst>
          </p:cNvPr>
          <p:cNvSpPr/>
          <p:nvPr/>
        </p:nvSpPr>
        <p:spPr>
          <a:xfrm>
            <a:off x="265176" y="3276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45BBE4E-304C-17F4-0015-A1E31A59590C}"/>
              </a:ext>
            </a:extLst>
          </p:cNvPr>
          <p:cNvSpPr/>
          <p:nvPr/>
        </p:nvSpPr>
        <p:spPr>
          <a:xfrm>
            <a:off x="265176" y="3348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F70A857-411B-3F47-E084-46B62D80E42A}"/>
              </a:ext>
            </a:extLst>
          </p:cNvPr>
          <p:cNvSpPr/>
          <p:nvPr/>
        </p:nvSpPr>
        <p:spPr>
          <a:xfrm>
            <a:off x="265176" y="342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C4CE8FF-C42E-4F19-3F8C-144EA694E488}"/>
              </a:ext>
            </a:extLst>
          </p:cNvPr>
          <p:cNvSpPr/>
          <p:nvPr/>
        </p:nvSpPr>
        <p:spPr>
          <a:xfrm>
            <a:off x="265176" y="349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1B66993-82E2-A170-77CC-ABA2BE77B947}"/>
              </a:ext>
            </a:extLst>
          </p:cNvPr>
          <p:cNvSpPr/>
          <p:nvPr/>
        </p:nvSpPr>
        <p:spPr>
          <a:xfrm>
            <a:off x="265176" y="3564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C8359A7-E083-4FC1-FCD1-251CBDD1478F}"/>
              </a:ext>
            </a:extLst>
          </p:cNvPr>
          <p:cNvSpPr/>
          <p:nvPr/>
        </p:nvSpPr>
        <p:spPr>
          <a:xfrm>
            <a:off x="265176" y="3636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AC51DCE-1575-81F5-3FC1-2D3914B7B041}"/>
              </a:ext>
            </a:extLst>
          </p:cNvPr>
          <p:cNvSpPr/>
          <p:nvPr/>
        </p:nvSpPr>
        <p:spPr>
          <a:xfrm>
            <a:off x="265176" y="3708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FB03A503-C093-1FE5-3AFF-A1600224E01D}"/>
              </a:ext>
            </a:extLst>
          </p:cNvPr>
          <p:cNvSpPr/>
          <p:nvPr/>
        </p:nvSpPr>
        <p:spPr>
          <a:xfrm>
            <a:off x="265176" y="378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27EE24D-FD6A-8D17-6CE9-13FFBA8938D9}"/>
              </a:ext>
            </a:extLst>
          </p:cNvPr>
          <p:cNvSpPr/>
          <p:nvPr/>
        </p:nvSpPr>
        <p:spPr>
          <a:xfrm>
            <a:off x="265176" y="385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9D1F072-8DE0-3393-7B0A-8478FC22D4A6}"/>
              </a:ext>
            </a:extLst>
          </p:cNvPr>
          <p:cNvSpPr/>
          <p:nvPr/>
        </p:nvSpPr>
        <p:spPr>
          <a:xfrm>
            <a:off x="265176" y="3924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425C850F-5A8C-99AB-4A68-0CE8EEAEBB86}"/>
              </a:ext>
            </a:extLst>
          </p:cNvPr>
          <p:cNvSpPr/>
          <p:nvPr/>
        </p:nvSpPr>
        <p:spPr>
          <a:xfrm>
            <a:off x="265176" y="3996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A6A39BB-2F87-ED7E-3B12-1C898194C032}"/>
              </a:ext>
            </a:extLst>
          </p:cNvPr>
          <p:cNvSpPr/>
          <p:nvPr/>
        </p:nvSpPr>
        <p:spPr>
          <a:xfrm>
            <a:off x="265176" y="4068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E64315D-6710-398F-066F-FEC2F2E946C2}"/>
              </a:ext>
            </a:extLst>
          </p:cNvPr>
          <p:cNvSpPr/>
          <p:nvPr/>
        </p:nvSpPr>
        <p:spPr>
          <a:xfrm>
            <a:off x="265176" y="414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2D79F3E-CB82-EF58-0E1E-0554476E830A}"/>
              </a:ext>
            </a:extLst>
          </p:cNvPr>
          <p:cNvSpPr/>
          <p:nvPr/>
        </p:nvSpPr>
        <p:spPr>
          <a:xfrm>
            <a:off x="265176" y="421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D4B6B30-FFFD-507B-75FD-4073A7484302}"/>
              </a:ext>
            </a:extLst>
          </p:cNvPr>
          <p:cNvSpPr/>
          <p:nvPr/>
        </p:nvSpPr>
        <p:spPr>
          <a:xfrm>
            <a:off x="265176" y="4284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BA77346-6261-CE6A-5C6F-A35680722140}"/>
              </a:ext>
            </a:extLst>
          </p:cNvPr>
          <p:cNvSpPr/>
          <p:nvPr/>
        </p:nvSpPr>
        <p:spPr>
          <a:xfrm>
            <a:off x="265176" y="4356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500DDF0-C56E-47B2-B663-F0339F9D388A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07614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282B4D-0387-6535-B65B-2D543F81A633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27943D-DC74-A4D7-E438-0264C84BD5CB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14A1EE-1CAF-B9E2-0C96-4F74AD612CA8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86CD0A-7E52-3C33-3B62-A27A0C9B1D1A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DB9A0D1-914E-4146-44A6-2633AD7688E9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97BD63D-7C57-9D92-5A91-A1F39334E742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680E0C7C-1EE1-3A9A-8588-3A99B3875A4A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6B3ADC58-9E5E-818E-0E51-D88DCB51C000}"/>
              </a:ext>
            </a:extLst>
          </p:cNvPr>
          <p:cNvSpPr/>
          <p:nvPr/>
        </p:nvSpPr>
        <p:spPr>
          <a:xfrm>
            <a:off x="337176" y="1116190"/>
            <a:ext cx="2160000" cy="15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Wife</a:t>
            </a:r>
            <a:endParaRPr lang="vi-VN" dirty="0">
              <a:solidFill>
                <a:srgbClr val="00206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20C846D-0F83-0017-B2E1-053E82E2A74A}"/>
              </a:ext>
            </a:extLst>
          </p:cNvPr>
          <p:cNvSpPr/>
          <p:nvPr/>
        </p:nvSpPr>
        <p:spPr>
          <a:xfrm>
            <a:off x="7249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Motorbike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91931F5-1A64-998F-91AD-873F5B83699E}"/>
              </a:ext>
            </a:extLst>
          </p:cNvPr>
          <p:cNvSpPr/>
          <p:nvPr/>
        </p:nvSpPr>
        <p:spPr>
          <a:xfrm>
            <a:off x="4945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Car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65E33E30-22B2-238A-BF49-32E62225FF99}"/>
              </a:ext>
            </a:extLst>
          </p:cNvPr>
          <p:cNvSpPr/>
          <p:nvPr/>
        </p:nvSpPr>
        <p:spPr>
          <a:xfrm>
            <a:off x="2641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House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75BA0B23-60BC-5F0D-9413-373743E06E6E}"/>
              </a:ext>
            </a:extLst>
          </p:cNvPr>
          <p:cNvSpPr/>
          <p:nvPr/>
        </p:nvSpPr>
        <p:spPr>
          <a:xfrm>
            <a:off x="337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Clothes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3DDEDB1-8F33-E333-734F-87E4B61B7301}"/>
              </a:ext>
            </a:extLst>
          </p:cNvPr>
          <p:cNvSpPr/>
          <p:nvPr/>
        </p:nvSpPr>
        <p:spPr>
          <a:xfrm>
            <a:off x="2641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Gun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77B7711D-9DDD-BA1B-BBB3-51C118E0AB47}"/>
              </a:ext>
            </a:extLst>
          </p:cNvPr>
          <p:cNvSpPr/>
          <p:nvPr/>
        </p:nvSpPr>
        <p:spPr>
          <a:xfrm>
            <a:off x="4945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PC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062328C-4E85-5D3F-1896-66A0E03B3C53}"/>
              </a:ext>
            </a:extLst>
          </p:cNvPr>
          <p:cNvSpPr/>
          <p:nvPr/>
        </p:nvSpPr>
        <p:spPr>
          <a:xfrm>
            <a:off x="7249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TV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9FE6665D-C989-0C7F-2EC4-CFCE01A2F062}"/>
              </a:ext>
            </a:extLst>
          </p:cNvPr>
          <p:cNvSpPr txBox="1"/>
          <p:nvPr/>
        </p:nvSpPr>
        <p:spPr>
          <a:xfrm>
            <a:off x="265176" y="5224857"/>
            <a:ext cx="645240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move the pointer around and select item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enter the ItemDetailPage[x]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9 -&gt; pressed then open InsertMoneyPage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0 -&gt; pressed then open AdminPage (only if the balance is 0)</a:t>
            </a:r>
          </a:p>
          <a:p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71E12D3-298F-127D-E777-88BE9267AE4B}"/>
              </a:ext>
            </a:extLst>
          </p:cNvPr>
          <p:cNvSpPr txBox="1"/>
          <p:nvPr/>
        </p:nvSpPr>
        <p:spPr>
          <a:xfrm>
            <a:off x="10222600" y="47334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MainMenu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CCD562D-2E20-79F0-B086-22980EFB6402}"/>
              </a:ext>
            </a:extLst>
          </p:cNvPr>
          <p:cNvSpPr txBox="1"/>
          <p:nvPr/>
        </p:nvSpPr>
        <p:spPr>
          <a:xfrm>
            <a:off x="10222600" y="1116190"/>
            <a:ext cx="189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Point at ID 1 if lastID is null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 16 item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BD4F7F3-BFC5-4A13-B49C-E271916097E6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4B5F3C1-E0B6-1DD7-3D8D-EFB7D8C2C2AD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99F6DF4E-5C73-1DF0-7F74-EF130484CD7E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F05EB365-D4BF-4639-9BD1-5BB49E05BAE8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853D624-9896-366B-9EE0-B61742383FC7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16398A4F-2A29-F272-C727-1072EF329ED8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413BF65-5248-E4B7-4742-DC59067600B9}"/>
              </a:ext>
            </a:extLst>
          </p:cNvPr>
          <p:cNvSpPr txBox="1"/>
          <p:nvPr/>
        </p:nvSpPr>
        <p:spPr>
          <a:xfrm>
            <a:off x="8551249" y="4639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ENTER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B9DFEFB-6D80-63CF-449D-2D0EF72A2DE3}"/>
              </a:ext>
            </a:extLst>
          </p:cNvPr>
          <p:cNvSpPr txBox="1"/>
          <p:nvPr/>
        </p:nvSpPr>
        <p:spPr>
          <a:xfrm>
            <a:off x="337176" y="4639525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 D L R to MOVE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92E983F-525C-CEB7-EA80-91E1834065A6}"/>
              </a:ext>
            </a:extLst>
          </p:cNvPr>
          <p:cNvSpPr txBox="1"/>
          <p:nvPr/>
        </p:nvSpPr>
        <p:spPr>
          <a:xfrm>
            <a:off x="4372213" y="4639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01/02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69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FB499-09DC-7600-DD7B-32374F820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1F91BD-81BE-3CA6-F461-D43A02D17ED0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850220-222F-A086-CC79-99293F4C97DB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381486-1F7A-723E-E32B-9D102436DB3E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98660D-326A-7005-0008-E9F4D7C1ACCA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806FCDA-4246-C3D3-6038-A0D50E14A846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AE95C78-A4F8-0E2B-FF71-4D653E38BEE6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4CFA5A1C-36FF-392B-9962-676756E254AF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E1E84EF2-DD40-DBFA-D619-0DC935343E77}"/>
              </a:ext>
            </a:extLst>
          </p:cNvPr>
          <p:cNvSpPr txBox="1"/>
          <p:nvPr/>
        </p:nvSpPr>
        <p:spPr>
          <a:xfrm>
            <a:off x="265176" y="5139082"/>
            <a:ext cx="1087509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return to MainMenu with lastID = currID (ID = 1)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9 -&gt; input to ToBuy field, key pressed then enter quantity immediately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0 -&gt;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Quantity field validation: if (input &gt; available) || (input * item.price &gt; balance) then do nothing, else calculate Total</a:t>
            </a:r>
          </a:p>
          <a:p>
            <a:endParaRPr lang="en-US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6AA458D-CD82-17E6-1C68-D2DA0AD21F42}"/>
              </a:ext>
            </a:extLst>
          </p:cNvPr>
          <p:cNvSpPr txBox="1"/>
          <p:nvPr/>
        </p:nvSpPr>
        <p:spPr>
          <a:xfrm>
            <a:off x="10222600" y="473348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ItemDetailPage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F94CC-3E26-AFA1-7DAE-884CD6A0C125}"/>
              </a:ext>
            </a:extLst>
          </p:cNvPr>
          <p:cNvSpPr txBox="1"/>
          <p:nvPr/>
        </p:nvSpPr>
        <p:spPr>
          <a:xfrm>
            <a:off x="10222600" y="1116190"/>
            <a:ext cx="12282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Item ID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Item Name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Item Price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Item Cache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ToBuy: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C0EF8F-A40D-5C06-3BAD-C51BE3E4010D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BA22C8-8918-F8F6-86E2-A263D51D53C6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64DB3B-6449-0220-DD5E-4BBBFC29D848}"/>
              </a:ext>
            </a:extLst>
          </p:cNvPr>
          <p:cNvSpPr txBox="1"/>
          <p:nvPr/>
        </p:nvSpPr>
        <p:spPr>
          <a:xfrm>
            <a:off x="337176" y="4639525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BACK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5E0CC4-32B4-55F4-1DD8-FA0751E3DFC8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758DF9-7375-C37B-0FBD-EA961AAAB3E8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CCD556-94C4-3132-E948-7D382552323E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EB34A5-D5E5-4A0E-9AB7-D38BF3CF8906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1B3458-8AFA-D292-F7CE-CA1D5B35F5D7}"/>
              </a:ext>
            </a:extLst>
          </p:cNvPr>
          <p:cNvSpPr txBox="1"/>
          <p:nvPr/>
        </p:nvSpPr>
        <p:spPr>
          <a:xfrm>
            <a:off x="2472376" y="1111525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Item no.: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5A4A10-D5BF-6536-9C0C-446E4D0FF49C}"/>
              </a:ext>
            </a:extLst>
          </p:cNvPr>
          <p:cNvSpPr txBox="1"/>
          <p:nvPr/>
        </p:nvSpPr>
        <p:spPr>
          <a:xfrm>
            <a:off x="2472376" y="1562852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Item Name: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96E371-DB36-08DB-A3AA-108BC8A61803}"/>
              </a:ext>
            </a:extLst>
          </p:cNvPr>
          <p:cNvSpPr txBox="1"/>
          <p:nvPr/>
        </p:nvSpPr>
        <p:spPr>
          <a:xfrm>
            <a:off x="2472376" y="1999518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Item Price: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26A5FB-15A8-5DF3-4188-DA5F186FC464}"/>
              </a:ext>
            </a:extLst>
          </p:cNvPr>
          <p:cNvSpPr txBox="1"/>
          <p:nvPr/>
        </p:nvSpPr>
        <p:spPr>
          <a:xfrm>
            <a:off x="2472376" y="2442138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Available: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03162B-522C-E4E4-7399-1D748C48F6C3}"/>
              </a:ext>
            </a:extLst>
          </p:cNvPr>
          <p:cNvSpPr txBox="1"/>
          <p:nvPr/>
        </p:nvSpPr>
        <p:spPr>
          <a:xfrm>
            <a:off x="4361358" y="1124098"/>
            <a:ext cx="3470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577866-6A74-7C43-416D-FC9B300BAA16}"/>
              </a:ext>
            </a:extLst>
          </p:cNvPr>
          <p:cNvSpPr txBox="1"/>
          <p:nvPr/>
        </p:nvSpPr>
        <p:spPr>
          <a:xfrm>
            <a:off x="4361358" y="1560764"/>
            <a:ext cx="3470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Wife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EED721-ED70-8CFB-DD3A-DA8136435317}"/>
              </a:ext>
            </a:extLst>
          </p:cNvPr>
          <p:cNvSpPr txBox="1"/>
          <p:nvPr/>
        </p:nvSpPr>
        <p:spPr>
          <a:xfrm>
            <a:off x="8820553" y="2004761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CE5573-20C1-D4C5-44E2-D0AB445EB0CB}"/>
              </a:ext>
            </a:extLst>
          </p:cNvPr>
          <p:cNvSpPr txBox="1"/>
          <p:nvPr/>
        </p:nvSpPr>
        <p:spPr>
          <a:xfrm>
            <a:off x="8281944" y="2440173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item(s)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F930E9-727A-19F1-5306-7DD952708C4E}"/>
              </a:ext>
            </a:extLst>
          </p:cNvPr>
          <p:cNvSpPr txBox="1"/>
          <p:nvPr/>
        </p:nvSpPr>
        <p:spPr>
          <a:xfrm>
            <a:off x="4361358" y="2004761"/>
            <a:ext cx="347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500.000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B292DF-E949-D1CD-E507-96527F2B04CE}"/>
              </a:ext>
            </a:extLst>
          </p:cNvPr>
          <p:cNvSpPr txBox="1"/>
          <p:nvPr/>
        </p:nvSpPr>
        <p:spPr>
          <a:xfrm>
            <a:off x="4361358" y="2438144"/>
            <a:ext cx="3470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86D478B-CC55-650E-78C0-2DA3A1B49D59}"/>
              </a:ext>
            </a:extLst>
          </p:cNvPr>
          <p:cNvSpPr/>
          <p:nvPr/>
        </p:nvSpPr>
        <p:spPr>
          <a:xfrm>
            <a:off x="337174" y="1115966"/>
            <a:ext cx="1656000" cy="165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A8E8671-9BBF-36C6-D669-82EA2CDDFB4A}"/>
              </a:ext>
            </a:extLst>
          </p:cNvPr>
          <p:cNvSpPr/>
          <p:nvPr/>
        </p:nvSpPr>
        <p:spPr>
          <a:xfrm>
            <a:off x="265176" y="2875897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803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D3E50-8853-CCA9-A807-4747E0127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44374D-DD9B-33C3-669A-56A5576A6CE8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18DE09-AE36-CE4B-2A43-E23131D22D74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AC1D14-7635-785C-1272-796629F8A55D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AD27CD-1BA4-6666-BD2E-B6D94810EC14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2610DE3-1299-DD19-0EAA-4FE93B62D209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56B8AC46-5010-B8D4-4BCA-A21901974AFE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A7996D3-3CB9-B247-99B7-0C3A8479B20D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E95AF3AC-84E1-0056-70D5-B82B36906BFA}"/>
              </a:ext>
            </a:extLst>
          </p:cNvPr>
          <p:cNvSpPr/>
          <p:nvPr/>
        </p:nvSpPr>
        <p:spPr>
          <a:xfrm>
            <a:off x="337176" y="1116190"/>
            <a:ext cx="2160000" cy="15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 1</a:t>
            </a:r>
            <a:endParaRPr lang="vi-VN" dirty="0">
              <a:solidFill>
                <a:srgbClr val="00206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9AFB34EB-352B-7529-D2DB-0B71629BB307}"/>
              </a:ext>
            </a:extLst>
          </p:cNvPr>
          <p:cNvSpPr/>
          <p:nvPr/>
        </p:nvSpPr>
        <p:spPr>
          <a:xfrm>
            <a:off x="7249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 4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834E46E-9EAC-13F2-857A-DF88CD47B5DB}"/>
              </a:ext>
            </a:extLst>
          </p:cNvPr>
          <p:cNvSpPr/>
          <p:nvPr/>
        </p:nvSpPr>
        <p:spPr>
          <a:xfrm>
            <a:off x="4945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 3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16163EDE-FDD6-9923-4777-3D81EB870C31}"/>
              </a:ext>
            </a:extLst>
          </p:cNvPr>
          <p:cNvSpPr/>
          <p:nvPr/>
        </p:nvSpPr>
        <p:spPr>
          <a:xfrm>
            <a:off x="2641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 2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80581973-4F62-82B2-7A70-5EF36B91A8FD}"/>
              </a:ext>
            </a:extLst>
          </p:cNvPr>
          <p:cNvSpPr/>
          <p:nvPr/>
        </p:nvSpPr>
        <p:spPr>
          <a:xfrm>
            <a:off x="337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 5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3989168E-809D-63D9-09D8-8A8CACFFEB39}"/>
              </a:ext>
            </a:extLst>
          </p:cNvPr>
          <p:cNvSpPr/>
          <p:nvPr/>
        </p:nvSpPr>
        <p:spPr>
          <a:xfrm>
            <a:off x="2641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 6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FF390AB-51C3-2701-A7D3-E7CD138ACBE2}"/>
              </a:ext>
            </a:extLst>
          </p:cNvPr>
          <p:cNvSpPr/>
          <p:nvPr/>
        </p:nvSpPr>
        <p:spPr>
          <a:xfrm>
            <a:off x="4945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 7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9E47F5E-548A-3B53-D47E-75301886E0E8}"/>
              </a:ext>
            </a:extLst>
          </p:cNvPr>
          <p:cNvSpPr/>
          <p:nvPr/>
        </p:nvSpPr>
        <p:spPr>
          <a:xfrm>
            <a:off x="7249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 8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EA0322A-0AF3-B33C-7EE7-943679C67F92}"/>
              </a:ext>
            </a:extLst>
          </p:cNvPr>
          <p:cNvSpPr txBox="1"/>
          <p:nvPr/>
        </p:nvSpPr>
        <p:spPr>
          <a:xfrm>
            <a:off x="265176" y="5224857"/>
            <a:ext cx="645240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move the pointer around and select item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enter the ItemDetailPage[x]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9 -&gt; pressed then open InsertMoneyPage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0 -&gt; pressed then open AdminPage (only if the balance is 0)</a:t>
            </a:r>
          </a:p>
          <a:p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F3FCDDA7-03C1-1DEE-E389-ACE10F39D19C}"/>
              </a:ext>
            </a:extLst>
          </p:cNvPr>
          <p:cNvSpPr txBox="1"/>
          <p:nvPr/>
        </p:nvSpPr>
        <p:spPr>
          <a:xfrm>
            <a:off x="10222600" y="47334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MainMenu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B0DE724-5CB1-B02F-21A5-DC44C4B772E7}"/>
              </a:ext>
            </a:extLst>
          </p:cNvPr>
          <p:cNvSpPr txBox="1"/>
          <p:nvPr/>
        </p:nvSpPr>
        <p:spPr>
          <a:xfrm>
            <a:off x="10222600" y="1116190"/>
            <a:ext cx="189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Point at ID 1 if lastID is null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 16 item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14D6A43-BF8F-04B2-C256-03465D24ED21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164A0F0-3DE3-890B-F565-5D1CA3BE72FB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9C553BB-978C-6C01-0125-63F6B6DD6FA6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B559D594-6A27-C47D-65E7-721C9A0EDE69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1EB44D2-C360-F136-1A09-BE72182F0395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32BC439A-370D-3B58-A7FE-75659FE809D6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7DADD9CE-1BC1-6247-FDE1-A5819CC41C35}"/>
              </a:ext>
            </a:extLst>
          </p:cNvPr>
          <p:cNvSpPr txBox="1"/>
          <p:nvPr/>
        </p:nvSpPr>
        <p:spPr>
          <a:xfrm>
            <a:off x="8551249" y="4639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ENTER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9307FAD1-029E-97E3-555C-206A7BE0E1CB}"/>
              </a:ext>
            </a:extLst>
          </p:cNvPr>
          <p:cNvSpPr txBox="1"/>
          <p:nvPr/>
        </p:nvSpPr>
        <p:spPr>
          <a:xfrm>
            <a:off x="337176" y="4639525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 D L R to MOVE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49A4E46B-919D-F67B-2D22-F72464986D57}"/>
              </a:ext>
            </a:extLst>
          </p:cNvPr>
          <p:cNvSpPr txBox="1"/>
          <p:nvPr/>
        </p:nvSpPr>
        <p:spPr>
          <a:xfrm>
            <a:off x="4372213" y="4639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01/02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953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35A68-BAD0-D8DB-4AAE-1B99960F7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0FFD41-1A73-75EF-C9E4-398B3E5493AC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3F6D32-98B6-E405-B7FE-C41779FB6E11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8A2746-91C5-CE6D-6D64-6F168235C1F4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51AEF-E6EB-13ED-1858-0609C64B866B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9F09564-A6E9-567A-93D3-BA8291908565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439182A-A7DA-47CD-3400-9995BD831379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83E071CA-C70F-C4FD-808B-D9339E3B7892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138EE15-C216-C0D0-B01F-DF04C52BDFF7}"/>
              </a:ext>
            </a:extLst>
          </p:cNvPr>
          <p:cNvSpPr txBox="1"/>
          <p:nvPr/>
        </p:nvSpPr>
        <p:spPr>
          <a:xfrm>
            <a:off x="265176" y="5224857"/>
            <a:ext cx="117054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confirm and validate money, if success, update balance and return to MainMenu, else delete all chars and re-enter.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delete previous number, if the input field is null, return to MainMenu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9, 0 -&gt; input after last key pressed from MainMenu (validation: max 3 chars, “5”.000 &lt; m &lt; “500”.000)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If no input is detected for longer than 30s, auto delete all chars and return to MainMenu.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5B653CA-B9CA-E746-552B-17ADA0238431}"/>
              </a:ext>
            </a:extLst>
          </p:cNvPr>
          <p:cNvSpPr txBox="1"/>
          <p:nvPr/>
        </p:nvSpPr>
        <p:spPr>
          <a:xfrm>
            <a:off x="10222600" y="473348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InsertMoneyPage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3B9619-7812-9D91-16EB-1CA09EA2AA94}"/>
              </a:ext>
            </a:extLst>
          </p:cNvPr>
          <p:cNvSpPr txBox="1"/>
          <p:nvPr/>
        </p:nvSpPr>
        <p:spPr>
          <a:xfrm>
            <a:off x="10222600" y="1116190"/>
            <a:ext cx="20297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Last key pressed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+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.000 suffix 1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+ VND suffix 2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Error_message: null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C88337-4083-D142-07E3-D4BEF9F3D748}"/>
              </a:ext>
            </a:extLst>
          </p:cNvPr>
          <p:cNvSpPr txBox="1"/>
          <p:nvPr/>
        </p:nvSpPr>
        <p:spPr>
          <a:xfrm>
            <a:off x="6800770" y="4042871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Maximum value: 500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C26B1-60D3-F7C2-5752-BB58041C6F0F}"/>
              </a:ext>
            </a:extLst>
          </p:cNvPr>
          <p:cNvSpPr txBox="1"/>
          <p:nvPr/>
        </p:nvSpPr>
        <p:spPr>
          <a:xfrm>
            <a:off x="337176" y="1937192"/>
            <a:ext cx="368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Please enter your 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D322DC-F93C-8EB5-A873-BBEAB7ED35D7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BF16D8-40F3-7877-CFEA-51A514B42A1C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71388B-0455-8FD6-0381-E5941BF08824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9BCA44-8020-1F50-9B26-D36E3F743599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A54BA1-5DCB-85A6-BCC4-7A0487CCED35}"/>
              </a:ext>
            </a:extLst>
          </p:cNvPr>
          <p:cNvSpPr txBox="1"/>
          <p:nvPr/>
        </p:nvSpPr>
        <p:spPr>
          <a:xfrm>
            <a:off x="8281944" y="4639525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CONFIRM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A150C05-9546-8CCD-4738-90BAC78638E8}"/>
              </a:ext>
            </a:extLst>
          </p:cNvPr>
          <p:cNvSpPr txBox="1"/>
          <p:nvPr/>
        </p:nvSpPr>
        <p:spPr>
          <a:xfrm>
            <a:off x="337176" y="463952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CANCEL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24309E-6E8B-AEAD-C403-42CA300744A1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3B2C6A-77EE-0943-83B8-354999632B14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22D542-F6DF-250A-E05C-9F8BF8A39352}"/>
              </a:ext>
            </a:extLst>
          </p:cNvPr>
          <p:cNvSpPr txBox="1"/>
          <p:nvPr/>
        </p:nvSpPr>
        <p:spPr>
          <a:xfrm>
            <a:off x="337176" y="4048864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Minimum value: 5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E8031B-3B9A-225C-EE15-DA38B3924E6F}"/>
              </a:ext>
            </a:extLst>
          </p:cNvPr>
          <p:cNvSpPr/>
          <p:nvPr/>
        </p:nvSpPr>
        <p:spPr>
          <a:xfrm>
            <a:off x="6278799" y="1922702"/>
            <a:ext cx="1719827" cy="398312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CA5912-376C-62BA-D5D1-DCEA87384FDE}"/>
              </a:ext>
            </a:extLst>
          </p:cNvPr>
          <p:cNvSpPr txBox="1"/>
          <p:nvPr/>
        </p:nvSpPr>
        <p:spPr>
          <a:xfrm>
            <a:off x="7998626" y="194052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2A543A-3629-4DDA-3DAF-FA11B80D0118}"/>
              </a:ext>
            </a:extLst>
          </p:cNvPr>
          <p:cNvSpPr txBox="1"/>
          <p:nvPr/>
        </p:nvSpPr>
        <p:spPr>
          <a:xfrm>
            <a:off x="8721901" y="193719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3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CE690-20F0-3596-ACC4-C945E84CF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7E2DC9-E2D0-EA8A-B6B4-97192ABEA0F5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752588-6345-2179-88AB-2A1A1BD45DD0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FF5B1E-E378-A05F-D635-0472B772DFBB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5999CD-BF69-DE6B-9C78-8D5FFB68DB45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36183A3-D8F5-96A1-1471-EC40F53647A8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0246059-3A63-6E5B-3F60-E34EABCA16ED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F479C66-C6AF-7C3F-5D0E-856D423A0B61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401F9F1-EDEE-0F4F-952C-E3C7F0E4D667}"/>
              </a:ext>
            </a:extLst>
          </p:cNvPr>
          <p:cNvSpPr txBox="1"/>
          <p:nvPr/>
        </p:nvSpPr>
        <p:spPr>
          <a:xfrm>
            <a:off x="265176" y="5224857"/>
            <a:ext cx="117054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confirm and validate money, if success, update balance and return to MainMenu, else delete all chars and re-enter.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delete previous number, if the input field is null, return to MainMenu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9, 0 -&gt; input after last key pressed from MainMenu (validation: max 3 chars, “5”.000 &lt; m &lt; “500”.000)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If no input is detected for longer than 30s, auto delete all chars and return to MainMenu.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DB92F5F-3DB7-2032-01C7-DE364C43BDF9}"/>
              </a:ext>
            </a:extLst>
          </p:cNvPr>
          <p:cNvSpPr txBox="1"/>
          <p:nvPr/>
        </p:nvSpPr>
        <p:spPr>
          <a:xfrm>
            <a:off x="10222600" y="473348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InsertMoneyPage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51AC8D-C68F-3E45-1CA5-FD7B3679AF7B}"/>
              </a:ext>
            </a:extLst>
          </p:cNvPr>
          <p:cNvSpPr txBox="1"/>
          <p:nvPr/>
        </p:nvSpPr>
        <p:spPr>
          <a:xfrm>
            <a:off x="10222600" y="1116190"/>
            <a:ext cx="20297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Last key pressed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+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.000 suffix 1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+ VND suffix 2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Error_message: null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196A39-B45B-76F1-B090-9D85FFFB943D}"/>
              </a:ext>
            </a:extLst>
          </p:cNvPr>
          <p:cNvSpPr txBox="1"/>
          <p:nvPr/>
        </p:nvSpPr>
        <p:spPr>
          <a:xfrm>
            <a:off x="6800770" y="4042871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Maximum value: 500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5BDF84-1CEB-9DC1-E179-0D2F13F4147F}"/>
              </a:ext>
            </a:extLst>
          </p:cNvPr>
          <p:cNvSpPr txBox="1"/>
          <p:nvPr/>
        </p:nvSpPr>
        <p:spPr>
          <a:xfrm>
            <a:off x="337176" y="1937192"/>
            <a:ext cx="368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Please enter your 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5180DB-EF35-2E12-ABBF-FCFE83DC0D82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A2FF4A-672A-7A39-0181-30487939A3C9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3D816-AD51-59A3-3E51-FA96C823F73E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A19B59-1C8D-2EF7-48A8-5C9B4600FD14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6C34C7-B8D8-0CB2-29E8-97C142384390}"/>
              </a:ext>
            </a:extLst>
          </p:cNvPr>
          <p:cNvSpPr txBox="1"/>
          <p:nvPr/>
        </p:nvSpPr>
        <p:spPr>
          <a:xfrm>
            <a:off x="8281944" y="4639525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CONFIRM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9F8EFC91-8EB3-6680-FC79-58213CCF5E79}"/>
              </a:ext>
            </a:extLst>
          </p:cNvPr>
          <p:cNvSpPr txBox="1"/>
          <p:nvPr/>
        </p:nvSpPr>
        <p:spPr>
          <a:xfrm>
            <a:off x="337176" y="463952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CANCEL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77D8F6-5DA1-E533-0998-2EBB07CE97AE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4CD73B-D279-2788-7BF9-EEBAB29E3D79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1CB997-69CC-B672-6506-22F82E73AE36}"/>
              </a:ext>
            </a:extLst>
          </p:cNvPr>
          <p:cNvSpPr txBox="1"/>
          <p:nvPr/>
        </p:nvSpPr>
        <p:spPr>
          <a:xfrm>
            <a:off x="337176" y="4048864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Minimum value: 5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27F827-46E0-2F64-8E6D-E7E749E6BB9F}"/>
              </a:ext>
            </a:extLst>
          </p:cNvPr>
          <p:cNvSpPr/>
          <p:nvPr/>
        </p:nvSpPr>
        <p:spPr>
          <a:xfrm>
            <a:off x="6278799" y="1922702"/>
            <a:ext cx="1719827" cy="398312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7CB2A7-06CE-E4A1-0406-F6299B8CBEF4}"/>
              </a:ext>
            </a:extLst>
          </p:cNvPr>
          <p:cNvSpPr txBox="1"/>
          <p:nvPr/>
        </p:nvSpPr>
        <p:spPr>
          <a:xfrm>
            <a:off x="7998626" y="194052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0CE7F8-A1D9-E648-DA09-75039B1A98C6}"/>
              </a:ext>
            </a:extLst>
          </p:cNvPr>
          <p:cNvSpPr txBox="1"/>
          <p:nvPr/>
        </p:nvSpPr>
        <p:spPr>
          <a:xfrm>
            <a:off x="8721901" y="193719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099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C14AF-646A-58B7-FA26-273B64147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C20844-501E-687E-1F37-7635179FDD7F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8E42C3-5E67-E909-C1EC-57B3B10BB430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06BF4B-A3DA-938D-66B3-255DF8B223A3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C76CFA-4C8F-1689-4A52-46AD7D1F5F13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71AD3A7-64B6-BE35-CB4B-E2E658232AB8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C0909F4-2FD7-95A1-B8EB-590566EF6F41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734A860F-AC04-2316-CFB7-C6ED4CA28C00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0C845006-9349-A4DC-5961-0420C0534B03}"/>
              </a:ext>
            </a:extLst>
          </p:cNvPr>
          <p:cNvSpPr txBox="1"/>
          <p:nvPr/>
        </p:nvSpPr>
        <p:spPr>
          <a:xfrm>
            <a:off x="265176" y="5224857"/>
            <a:ext cx="117054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confirm and validate money, if success, update balance and return to MainMenu, else delete all chars and re-enter.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delete previous number, if the input field is null, return to MainMenu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9, 0 -&gt; input after last key pressed from MainMenu (validation: max 3 chars, “5”.000 &lt; m &lt; “500”.000)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If no input is detected for longer than 30s, auto delete all chars and return to MainMenu.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FE38650F-BD4C-8443-BB8D-D3662B9FB8B9}"/>
              </a:ext>
            </a:extLst>
          </p:cNvPr>
          <p:cNvSpPr txBox="1"/>
          <p:nvPr/>
        </p:nvSpPr>
        <p:spPr>
          <a:xfrm>
            <a:off x="10222600" y="473348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InsertMoneyPage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D44684-ACC5-67BB-9D20-8D1DA4B1D939}"/>
              </a:ext>
            </a:extLst>
          </p:cNvPr>
          <p:cNvSpPr txBox="1"/>
          <p:nvPr/>
        </p:nvSpPr>
        <p:spPr>
          <a:xfrm>
            <a:off x="10222600" y="1116190"/>
            <a:ext cx="20297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Last key pressed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+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.000 suffix 1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+ VND suffix 2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Error_message: null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C18E92-6B5A-4FF1-0D2A-5A9E85AA77BA}"/>
              </a:ext>
            </a:extLst>
          </p:cNvPr>
          <p:cNvSpPr txBox="1"/>
          <p:nvPr/>
        </p:nvSpPr>
        <p:spPr>
          <a:xfrm>
            <a:off x="6127508" y="4042871"/>
            <a:ext cx="328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Maximum cash value: 500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660FA-00D8-A8DD-2D77-FC6FC3F59614}"/>
              </a:ext>
            </a:extLst>
          </p:cNvPr>
          <p:cNvSpPr txBox="1"/>
          <p:nvPr/>
        </p:nvSpPr>
        <p:spPr>
          <a:xfrm>
            <a:off x="337176" y="1937192"/>
            <a:ext cx="368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Please enter your 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66F549-1C46-C75F-9B8D-57048C9E6C9A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926165-D3D4-843C-92A1-7A12A6410790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FE4A6B-A394-E960-C84E-732A292032A4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DFF0A6-D9B8-12D4-B595-AF288D0C892E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4E5B25-D1AB-971E-1DDB-7A00653AFB3F}"/>
              </a:ext>
            </a:extLst>
          </p:cNvPr>
          <p:cNvSpPr txBox="1"/>
          <p:nvPr/>
        </p:nvSpPr>
        <p:spPr>
          <a:xfrm>
            <a:off x="8281944" y="4639525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CONFIRM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A60D7E6-E4AB-DC81-58E6-1F8770B1B043}"/>
              </a:ext>
            </a:extLst>
          </p:cNvPr>
          <p:cNvSpPr txBox="1"/>
          <p:nvPr/>
        </p:nvSpPr>
        <p:spPr>
          <a:xfrm>
            <a:off x="337176" y="463952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CANCEL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278F95-6C30-BD86-5288-BFA4FAC12650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06D396-DA38-CF8C-C02E-3704077CA6A6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D92C54-9E29-58BD-EFCD-9247E548D3E4}"/>
              </a:ext>
            </a:extLst>
          </p:cNvPr>
          <p:cNvSpPr txBox="1"/>
          <p:nvPr/>
        </p:nvSpPr>
        <p:spPr>
          <a:xfrm>
            <a:off x="337176" y="4048864"/>
            <a:ext cx="301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Minimum cash value: 5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DEE1A5-0A60-3265-ECB5-821ACD6DB48E}"/>
              </a:ext>
            </a:extLst>
          </p:cNvPr>
          <p:cNvSpPr/>
          <p:nvPr/>
        </p:nvSpPr>
        <p:spPr>
          <a:xfrm>
            <a:off x="6278799" y="1922702"/>
            <a:ext cx="1719827" cy="398312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765E25-4ECA-D86C-E72E-543DB588D909}"/>
              </a:ext>
            </a:extLst>
          </p:cNvPr>
          <p:cNvSpPr txBox="1"/>
          <p:nvPr/>
        </p:nvSpPr>
        <p:spPr>
          <a:xfrm>
            <a:off x="7998626" y="194052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569AB0-0475-380B-43D8-0A2CB95982F6}"/>
              </a:ext>
            </a:extLst>
          </p:cNvPr>
          <p:cNvSpPr txBox="1"/>
          <p:nvPr/>
        </p:nvSpPr>
        <p:spPr>
          <a:xfrm>
            <a:off x="8721901" y="193719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A34070-1328-B961-494D-C32328B07652}"/>
              </a:ext>
            </a:extLst>
          </p:cNvPr>
          <p:cNvSpPr txBox="1"/>
          <p:nvPr/>
        </p:nvSpPr>
        <p:spPr>
          <a:xfrm>
            <a:off x="3232342" y="2981534"/>
            <a:ext cx="3820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ERROR – Cash value invalid.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320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437B7-9771-751B-F1A4-EF438294B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97D6F5-A1B3-43B9-4481-A81ABF5DA68A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2EF46-0060-1F0A-926F-226B35B474FB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841E81-4251-BB6A-D5EA-3A8F0008DF4D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8A3445-BD28-6A7C-3CA4-B57C3CBF5927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5D65C30-9633-9C94-FAFC-98D0904785DC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C17407E-89FE-3BFF-3FCB-AC4F118A8B4A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95FE3B0C-AD0F-8F3B-CB66-73EAC71B3B72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48952B9-3C43-6EC3-9AA0-A9104BFDE2AE}"/>
              </a:ext>
            </a:extLst>
          </p:cNvPr>
          <p:cNvSpPr txBox="1"/>
          <p:nvPr/>
        </p:nvSpPr>
        <p:spPr>
          <a:xfrm>
            <a:off x="265176" y="5224857"/>
            <a:ext cx="117054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confirm and validate money, if success, update balance and return to MainMenu, else delete all chars and re-enter.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delete previous number, if the input field is null, return to MainMenu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9, 0 -&gt; input after last key pressed from MainMenu (validation: max 3 chars, “5”.000 &lt; m &lt; “500”.000)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If no input is detected for longer than 30s, auto delete all chars and return to MainMenu.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CEB8697-53B8-9E63-F1A1-D3559F3A0C84}"/>
              </a:ext>
            </a:extLst>
          </p:cNvPr>
          <p:cNvSpPr txBox="1"/>
          <p:nvPr/>
        </p:nvSpPr>
        <p:spPr>
          <a:xfrm>
            <a:off x="10222600" y="473348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InsertMoneyPage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D603C7-EC4D-F9A9-46B8-1208276CE638}"/>
              </a:ext>
            </a:extLst>
          </p:cNvPr>
          <p:cNvSpPr txBox="1"/>
          <p:nvPr/>
        </p:nvSpPr>
        <p:spPr>
          <a:xfrm>
            <a:off x="10222600" y="1116190"/>
            <a:ext cx="20297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Last key pressed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+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.000 suffix 1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+ VND suffix 2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Error_message: null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7ADF12-9E90-6DBB-4514-79D4E1F03F0E}"/>
              </a:ext>
            </a:extLst>
          </p:cNvPr>
          <p:cNvSpPr txBox="1"/>
          <p:nvPr/>
        </p:nvSpPr>
        <p:spPr>
          <a:xfrm>
            <a:off x="6800770" y="4042871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Maximum value: 500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DDD2F-51AE-1C95-9F2A-A04317532E87}"/>
              </a:ext>
            </a:extLst>
          </p:cNvPr>
          <p:cNvSpPr txBox="1"/>
          <p:nvPr/>
        </p:nvSpPr>
        <p:spPr>
          <a:xfrm>
            <a:off x="337176" y="1937192"/>
            <a:ext cx="368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Please enter your 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723BF6-5733-1CD4-EDB8-8A3BB1CCAF72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CCA09-52AC-7376-CB03-54952EB2CA7C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97A80C-18B0-19B3-2D1F-45AAF23ECD7B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24B7A0-883E-DC0E-00D9-3C69C0C1CC59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1EE6FC-B692-B700-F395-A2D425B64E5B}"/>
              </a:ext>
            </a:extLst>
          </p:cNvPr>
          <p:cNvSpPr txBox="1"/>
          <p:nvPr/>
        </p:nvSpPr>
        <p:spPr>
          <a:xfrm>
            <a:off x="8281944" y="4639525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CONFIRM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BF064264-FBD8-A7B2-5379-463C16EFDB83}"/>
              </a:ext>
            </a:extLst>
          </p:cNvPr>
          <p:cNvSpPr txBox="1"/>
          <p:nvPr/>
        </p:nvSpPr>
        <p:spPr>
          <a:xfrm>
            <a:off x="337176" y="463952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CANCEL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BEA3D5-D49B-271A-3808-F48A32A17837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AD66CB-AD8D-EFB3-236F-598517C1E18A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B48DA7-6311-E461-8890-D7C06387A5A5}"/>
              </a:ext>
            </a:extLst>
          </p:cNvPr>
          <p:cNvSpPr txBox="1"/>
          <p:nvPr/>
        </p:nvSpPr>
        <p:spPr>
          <a:xfrm>
            <a:off x="337176" y="4048864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Minimum value: 5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B145CB-39F8-9AD8-A194-7461549B8BD7}"/>
              </a:ext>
            </a:extLst>
          </p:cNvPr>
          <p:cNvSpPr/>
          <p:nvPr/>
        </p:nvSpPr>
        <p:spPr>
          <a:xfrm>
            <a:off x="6278799" y="1922702"/>
            <a:ext cx="1719827" cy="398312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18EAA2-B344-DCDB-0D62-4388D464FB07}"/>
              </a:ext>
            </a:extLst>
          </p:cNvPr>
          <p:cNvSpPr txBox="1"/>
          <p:nvPr/>
        </p:nvSpPr>
        <p:spPr>
          <a:xfrm>
            <a:off x="7998626" y="194052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EA3E2A-8CBF-C431-0908-E928245113DC}"/>
              </a:ext>
            </a:extLst>
          </p:cNvPr>
          <p:cNvSpPr txBox="1"/>
          <p:nvPr/>
        </p:nvSpPr>
        <p:spPr>
          <a:xfrm>
            <a:off x="8721901" y="193719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898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5175-54C2-82DE-32AB-84EB6CE5F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F22799-4839-8C1C-2478-ADB5A8FB0B57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F6C25F-5273-D7B2-EB55-BBA985CF0A8A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96A10D-B513-114E-2DF5-D696D9D33733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29D971-D73C-5989-028B-195EC53341D2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1903B23-93A8-4E84-6993-DCC3A178922D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7ACD1F66-AA53-E6AA-2382-D08FFBB0A5EB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B09340AE-E978-DFB7-BB0B-72948D59CCBE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9F5954B-B227-198C-D0AC-92006A68FEFC}"/>
              </a:ext>
            </a:extLst>
          </p:cNvPr>
          <p:cNvSpPr txBox="1"/>
          <p:nvPr/>
        </p:nvSpPr>
        <p:spPr>
          <a:xfrm>
            <a:off x="265176" y="5224857"/>
            <a:ext cx="117054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confirm and validate money, if success, update balance and return to MainMenu, else delete all chars and re-enter.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delete previous number, if the input field is null, return to MainMenu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9, 0 -&gt; input after last key pressed from MainMenu (validation: max 3 chars, “5”.000 &lt; m &lt; “500”.000)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If no input is detected for longer than 30s, auto delete all chars and return to MainMenu.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FCCB664-0FDD-DBBE-3E00-D0DA0109EF92}"/>
              </a:ext>
            </a:extLst>
          </p:cNvPr>
          <p:cNvSpPr txBox="1"/>
          <p:nvPr/>
        </p:nvSpPr>
        <p:spPr>
          <a:xfrm>
            <a:off x="10222600" y="473348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InsertMoneyPage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A538AE-A2F5-6D3C-E6A9-573A0E27C64D}"/>
              </a:ext>
            </a:extLst>
          </p:cNvPr>
          <p:cNvSpPr txBox="1"/>
          <p:nvPr/>
        </p:nvSpPr>
        <p:spPr>
          <a:xfrm>
            <a:off x="10222600" y="1116190"/>
            <a:ext cx="20297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Last key pressed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+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.000 suffix 1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+ VND suffix 2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Error_message: null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FC304-C3E8-E5D8-B8C5-5B26ACDD7820}"/>
              </a:ext>
            </a:extLst>
          </p:cNvPr>
          <p:cNvSpPr txBox="1"/>
          <p:nvPr/>
        </p:nvSpPr>
        <p:spPr>
          <a:xfrm>
            <a:off x="6800770" y="4042871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Maximum value: 500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B6CA10-C0FC-E32E-93C4-AEE1BCD3AEF1}"/>
              </a:ext>
            </a:extLst>
          </p:cNvPr>
          <p:cNvSpPr txBox="1"/>
          <p:nvPr/>
        </p:nvSpPr>
        <p:spPr>
          <a:xfrm>
            <a:off x="337176" y="1937192"/>
            <a:ext cx="368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Please enter your 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CD21DD-0412-704B-B8D7-CCF48100444D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51174A-E4C3-65F1-6383-513DB8C7A871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D20EB7-A928-B40E-7809-805CD31EF3AC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31879-C7C0-3BA4-E927-B14FD7C2C23F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4A3FE5-6D3C-E3AD-F588-44E5D8C380AE}"/>
              </a:ext>
            </a:extLst>
          </p:cNvPr>
          <p:cNvSpPr txBox="1"/>
          <p:nvPr/>
        </p:nvSpPr>
        <p:spPr>
          <a:xfrm>
            <a:off x="8281944" y="4639525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CONFIRM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C728871-E535-6260-DA4E-6F08B20E0A18}"/>
              </a:ext>
            </a:extLst>
          </p:cNvPr>
          <p:cNvSpPr txBox="1"/>
          <p:nvPr/>
        </p:nvSpPr>
        <p:spPr>
          <a:xfrm>
            <a:off x="337176" y="463952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CANCEL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4C2CBE-45E3-1631-8D2F-8C9999221023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D3E9C4-3F74-D830-DBC3-B6A58B271651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51822F-28CD-492D-3DE9-398580801E0E}"/>
              </a:ext>
            </a:extLst>
          </p:cNvPr>
          <p:cNvSpPr txBox="1"/>
          <p:nvPr/>
        </p:nvSpPr>
        <p:spPr>
          <a:xfrm>
            <a:off x="337176" y="4048864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Minimum value: 5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FE724D-1D87-8E5E-11A6-16E88B5F9F33}"/>
              </a:ext>
            </a:extLst>
          </p:cNvPr>
          <p:cNvSpPr/>
          <p:nvPr/>
        </p:nvSpPr>
        <p:spPr>
          <a:xfrm>
            <a:off x="6278799" y="1922702"/>
            <a:ext cx="1719827" cy="398312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2338BD-A423-52EF-2273-1B6EB38A12F4}"/>
              </a:ext>
            </a:extLst>
          </p:cNvPr>
          <p:cNvSpPr txBox="1"/>
          <p:nvPr/>
        </p:nvSpPr>
        <p:spPr>
          <a:xfrm>
            <a:off x="7998626" y="194052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17F46D-9D44-52D8-550B-5C3B1EBBAD3B}"/>
              </a:ext>
            </a:extLst>
          </p:cNvPr>
          <p:cNvSpPr txBox="1"/>
          <p:nvPr/>
        </p:nvSpPr>
        <p:spPr>
          <a:xfrm>
            <a:off x="8721901" y="193719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4DB256-9ACB-BB0D-2D1C-C5E61B49E3B3}"/>
              </a:ext>
            </a:extLst>
          </p:cNvPr>
          <p:cNvSpPr txBox="1"/>
          <p:nvPr/>
        </p:nvSpPr>
        <p:spPr>
          <a:xfrm>
            <a:off x="3232342" y="2981534"/>
            <a:ext cx="3820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ERROR – Cash value invalid.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82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E6F4C-817F-58B8-1B91-F9F6A6F64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F5B486-DFDF-6358-8988-6A26C2926D7C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D0073D-EEC6-C08B-8717-F8F65F464BEA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8DD8AD-F13F-D112-369C-36FF15F2EFF7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05EAAB-3BCB-AED6-7151-913A00E350D1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A1630B5-1E7E-68FB-2591-0561103288D0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429E507-97D2-8A13-74BC-B600893BCF31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9AF00B7-12C5-E1B8-E3F8-27C3B8801E13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453DF5B6-1D00-3F8E-DF1A-2154C23E11E3}"/>
              </a:ext>
            </a:extLst>
          </p:cNvPr>
          <p:cNvSpPr txBox="1"/>
          <p:nvPr/>
        </p:nvSpPr>
        <p:spPr>
          <a:xfrm>
            <a:off x="265176" y="5224857"/>
            <a:ext cx="117054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confirm and validate money, if success, update balance and return to MainMenu, else delete all chars and re-enter.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delete previous number, if the input field is null, return to MainMenu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9, 0 -&gt; input after last key pressed from MainMenu (validation: max 3 chars, “5”.000 &lt; m &lt; “500”.000)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If no input is detected for longer than 30s, auto delete all chars and return to MainMenu.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726466C-8737-5F24-B309-FE4CF80881B7}"/>
              </a:ext>
            </a:extLst>
          </p:cNvPr>
          <p:cNvSpPr txBox="1"/>
          <p:nvPr/>
        </p:nvSpPr>
        <p:spPr>
          <a:xfrm>
            <a:off x="10222600" y="473348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InsertMoneyPage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B452B7-4276-4996-3C27-B48ED3AA6CC3}"/>
              </a:ext>
            </a:extLst>
          </p:cNvPr>
          <p:cNvSpPr txBox="1"/>
          <p:nvPr/>
        </p:nvSpPr>
        <p:spPr>
          <a:xfrm>
            <a:off x="10222600" y="1116190"/>
            <a:ext cx="20297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Last key pressed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+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.000 suffix 1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+ VND suffix 2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Error_message: null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1580C9-0B85-3C5B-5CC6-8B7829AAACFF}"/>
              </a:ext>
            </a:extLst>
          </p:cNvPr>
          <p:cNvSpPr txBox="1"/>
          <p:nvPr/>
        </p:nvSpPr>
        <p:spPr>
          <a:xfrm>
            <a:off x="6800770" y="4042871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Maximum value: 500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CB6E80-8A01-0668-E151-408A1DDA9681}"/>
              </a:ext>
            </a:extLst>
          </p:cNvPr>
          <p:cNvSpPr txBox="1"/>
          <p:nvPr/>
        </p:nvSpPr>
        <p:spPr>
          <a:xfrm>
            <a:off x="337176" y="1937192"/>
            <a:ext cx="368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Please enter your 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21107-4C2E-5BB1-63F2-005A9D21D6D5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ECAFE-0993-878F-5F54-CFCD20E65576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FBC198-6D9D-6631-D195-6B98BBBC708A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D3CB1F-9308-14B6-78C6-E13B38BA80B8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CE4B37-3F3F-CDDD-9BD7-9101F73CB840}"/>
              </a:ext>
            </a:extLst>
          </p:cNvPr>
          <p:cNvSpPr txBox="1"/>
          <p:nvPr/>
        </p:nvSpPr>
        <p:spPr>
          <a:xfrm>
            <a:off x="8281944" y="4639525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CONFIRM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6AEEFC3-9920-8DD7-1B29-96BD16618905}"/>
              </a:ext>
            </a:extLst>
          </p:cNvPr>
          <p:cNvSpPr txBox="1"/>
          <p:nvPr/>
        </p:nvSpPr>
        <p:spPr>
          <a:xfrm>
            <a:off x="337176" y="463952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CANCEL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21E78A-6097-7BB4-9FC6-4A5CEA16739B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6FA046-ADB0-FA0B-BC9D-7E8E3EA0FC40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F23E83-A543-3497-B4EC-CAF788D4E3D5}"/>
              </a:ext>
            </a:extLst>
          </p:cNvPr>
          <p:cNvSpPr txBox="1"/>
          <p:nvPr/>
        </p:nvSpPr>
        <p:spPr>
          <a:xfrm>
            <a:off x="337176" y="4048864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Minimum value: 5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3E2C53-5A72-96D0-EC15-9249B5D01386}"/>
              </a:ext>
            </a:extLst>
          </p:cNvPr>
          <p:cNvSpPr/>
          <p:nvPr/>
        </p:nvSpPr>
        <p:spPr>
          <a:xfrm>
            <a:off x="6278799" y="1922702"/>
            <a:ext cx="1719827" cy="398312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F43190-054C-0380-5FCC-A28CBFDE8339}"/>
              </a:ext>
            </a:extLst>
          </p:cNvPr>
          <p:cNvSpPr txBox="1"/>
          <p:nvPr/>
        </p:nvSpPr>
        <p:spPr>
          <a:xfrm>
            <a:off x="7998626" y="194052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F5470A-639C-B6DF-DD54-21783FB674A4}"/>
              </a:ext>
            </a:extLst>
          </p:cNvPr>
          <p:cNvSpPr txBox="1"/>
          <p:nvPr/>
        </p:nvSpPr>
        <p:spPr>
          <a:xfrm>
            <a:off x="8721901" y="193719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29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5F55E-7FE1-00C5-A5C8-80ED1B6F6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0D8F67-BB18-70DC-D8A2-A162CEF86F64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EECF49-8094-C84E-E96E-390371697CE1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6CF0A5-36D5-9D6D-51FA-421439429011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5BD16-A670-A193-369A-9FA3847ADA93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76536B0-5354-A28A-B56F-2AFE74014F52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81861A7-04B3-627A-57C8-EEE3B9CF550F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EA0A1A0-3B3B-0FA0-2045-C5F4D75CE5D5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04F127E6-FDF3-E44F-CE39-1C4A73851120}"/>
              </a:ext>
            </a:extLst>
          </p:cNvPr>
          <p:cNvSpPr txBox="1"/>
          <p:nvPr/>
        </p:nvSpPr>
        <p:spPr>
          <a:xfrm>
            <a:off x="265176" y="5224857"/>
            <a:ext cx="117054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confirm and validate money, if success, update balance and return to MainMenu, else delete all chars and re-enter.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delete previous number, if the input field is null, return to MainMenu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9, 0 -&gt; input after last key pressed from MainMenu (validation: max 3 chars, “5”.000 &lt; m &lt; “500”.000)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If no input is detected for longer than 30s, auto delete all chars and return to MainMenu.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AABDB59-BD07-A901-510F-3B0FCFBDF5D4}"/>
              </a:ext>
            </a:extLst>
          </p:cNvPr>
          <p:cNvSpPr txBox="1"/>
          <p:nvPr/>
        </p:nvSpPr>
        <p:spPr>
          <a:xfrm>
            <a:off x="10222600" y="473348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InsertMoneyPage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37B0E8-D642-351E-5BD4-AE47700FB167}"/>
              </a:ext>
            </a:extLst>
          </p:cNvPr>
          <p:cNvSpPr txBox="1"/>
          <p:nvPr/>
        </p:nvSpPr>
        <p:spPr>
          <a:xfrm>
            <a:off x="10222600" y="1116190"/>
            <a:ext cx="20297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Last key pressed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+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.000 suffix 1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+ VND suffix 2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Error_message: null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16A586-94E2-684F-7FFB-D68B3CC335E6}"/>
              </a:ext>
            </a:extLst>
          </p:cNvPr>
          <p:cNvSpPr txBox="1"/>
          <p:nvPr/>
        </p:nvSpPr>
        <p:spPr>
          <a:xfrm>
            <a:off x="6800770" y="4042871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Maximum value: 500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6574E-3BBE-8B15-5D33-07339E539907}"/>
              </a:ext>
            </a:extLst>
          </p:cNvPr>
          <p:cNvSpPr txBox="1"/>
          <p:nvPr/>
        </p:nvSpPr>
        <p:spPr>
          <a:xfrm>
            <a:off x="337176" y="1937192"/>
            <a:ext cx="368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Please enter your 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3004E-30DB-E4CA-31E5-FF55051C41E8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778618-F387-9961-8347-4846FC914C8C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063214-6EC4-286A-8527-F1B4E79DF404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A01019-23EB-EBC8-6258-9F4A68B02A49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1C6955-7539-46F8-3FB2-A39A7D4570FC}"/>
              </a:ext>
            </a:extLst>
          </p:cNvPr>
          <p:cNvSpPr txBox="1"/>
          <p:nvPr/>
        </p:nvSpPr>
        <p:spPr>
          <a:xfrm>
            <a:off x="8281944" y="4639525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CONFIRM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1385551-D01F-0C56-64E2-CC557F091930}"/>
              </a:ext>
            </a:extLst>
          </p:cNvPr>
          <p:cNvSpPr txBox="1"/>
          <p:nvPr/>
        </p:nvSpPr>
        <p:spPr>
          <a:xfrm>
            <a:off x="337176" y="463952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CANCEL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984025-D53D-52C5-6389-EDAFDCA4F7DA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88AF02-B419-C24E-A7FE-FDB86E92EDDF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80EBED-FED9-A51B-17A7-90117D400719}"/>
              </a:ext>
            </a:extLst>
          </p:cNvPr>
          <p:cNvSpPr txBox="1"/>
          <p:nvPr/>
        </p:nvSpPr>
        <p:spPr>
          <a:xfrm>
            <a:off x="337176" y="4048864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Minimum value: 5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E813D2-FDCA-F910-474F-3C1D602A8A39}"/>
              </a:ext>
            </a:extLst>
          </p:cNvPr>
          <p:cNvSpPr/>
          <p:nvPr/>
        </p:nvSpPr>
        <p:spPr>
          <a:xfrm>
            <a:off x="6278799" y="1922702"/>
            <a:ext cx="1719827" cy="398312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0F24E6-6338-B846-7C97-942052796F6C}"/>
              </a:ext>
            </a:extLst>
          </p:cNvPr>
          <p:cNvSpPr txBox="1"/>
          <p:nvPr/>
        </p:nvSpPr>
        <p:spPr>
          <a:xfrm>
            <a:off x="7998626" y="194052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EE61CB-2A2C-175D-023D-959183C92F0E}"/>
              </a:ext>
            </a:extLst>
          </p:cNvPr>
          <p:cNvSpPr txBox="1"/>
          <p:nvPr/>
        </p:nvSpPr>
        <p:spPr>
          <a:xfrm>
            <a:off x="8721901" y="193719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063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FD767-42EA-AE08-2D9A-BB3399236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9203C0-748E-D1FF-B543-A4774BF57D67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E6CACB-C857-6011-F41E-E2ECC00484F5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C69A2F-FD70-2191-A292-7C7C57071B3A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DA862A-3D5B-058E-F180-DD252C69F79F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9FC67B6-A756-5BB5-82EA-78E7BE7A8A48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59F23BB-3F19-2BCB-6439-BD668A5A55B6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DE86FFD-8AD3-E122-FBD7-4A28B596C045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EE2B16BB-24F6-5470-CF4B-A6A6B7EEA843}"/>
              </a:ext>
            </a:extLst>
          </p:cNvPr>
          <p:cNvSpPr/>
          <p:nvPr/>
        </p:nvSpPr>
        <p:spPr>
          <a:xfrm>
            <a:off x="337176" y="1116190"/>
            <a:ext cx="2160000" cy="15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Wife</a:t>
            </a:r>
            <a:endParaRPr lang="vi-VN" dirty="0">
              <a:solidFill>
                <a:srgbClr val="00206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6A71AD15-76C2-8A66-0D8A-B1FB06940D33}"/>
              </a:ext>
            </a:extLst>
          </p:cNvPr>
          <p:cNvSpPr/>
          <p:nvPr/>
        </p:nvSpPr>
        <p:spPr>
          <a:xfrm>
            <a:off x="7249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Motorbike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848EB39-9A79-ECF4-1AF4-2B14EBBE8383}"/>
              </a:ext>
            </a:extLst>
          </p:cNvPr>
          <p:cNvSpPr/>
          <p:nvPr/>
        </p:nvSpPr>
        <p:spPr>
          <a:xfrm>
            <a:off x="4945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Car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CDB74FCB-4DD1-06A8-5AA2-54C5B43F0BBE}"/>
              </a:ext>
            </a:extLst>
          </p:cNvPr>
          <p:cNvSpPr/>
          <p:nvPr/>
        </p:nvSpPr>
        <p:spPr>
          <a:xfrm>
            <a:off x="2641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House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62BBD760-4921-DB4D-B5CD-BB4CDBF78071}"/>
              </a:ext>
            </a:extLst>
          </p:cNvPr>
          <p:cNvSpPr/>
          <p:nvPr/>
        </p:nvSpPr>
        <p:spPr>
          <a:xfrm>
            <a:off x="337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Clothes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39FD2DE-B7EC-839A-5842-1E330C4FC285}"/>
              </a:ext>
            </a:extLst>
          </p:cNvPr>
          <p:cNvSpPr/>
          <p:nvPr/>
        </p:nvSpPr>
        <p:spPr>
          <a:xfrm>
            <a:off x="2641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Gun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F6E6884-DA38-7353-7618-E5D5F53E1FC5}"/>
              </a:ext>
            </a:extLst>
          </p:cNvPr>
          <p:cNvSpPr/>
          <p:nvPr/>
        </p:nvSpPr>
        <p:spPr>
          <a:xfrm>
            <a:off x="4945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PC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61F65FD-865B-1B14-0EAC-594CE2DCDB26}"/>
              </a:ext>
            </a:extLst>
          </p:cNvPr>
          <p:cNvSpPr/>
          <p:nvPr/>
        </p:nvSpPr>
        <p:spPr>
          <a:xfrm>
            <a:off x="7249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TV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1203B61-98C2-F2AE-9F5D-1747FDBDD8BB}"/>
              </a:ext>
            </a:extLst>
          </p:cNvPr>
          <p:cNvSpPr txBox="1"/>
          <p:nvPr/>
        </p:nvSpPr>
        <p:spPr>
          <a:xfrm>
            <a:off x="265176" y="5224857"/>
            <a:ext cx="64524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move the pointer around and select item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enter the ItemDetailPage[x]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go to PayPage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9, 0-&gt; do nothing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B847F4D-1956-37FC-1D62-F9B874398464}"/>
              </a:ext>
            </a:extLst>
          </p:cNvPr>
          <p:cNvSpPr txBox="1"/>
          <p:nvPr/>
        </p:nvSpPr>
        <p:spPr>
          <a:xfrm>
            <a:off x="10222600" y="47334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MainMenu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7F999F4-A287-27B5-46AE-2E06B6C0804F}"/>
              </a:ext>
            </a:extLst>
          </p:cNvPr>
          <p:cNvSpPr txBox="1"/>
          <p:nvPr/>
        </p:nvSpPr>
        <p:spPr>
          <a:xfrm>
            <a:off x="10222600" y="1116190"/>
            <a:ext cx="189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Point at ID 1 if lastID is null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 16 item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67CA3EE-FCD5-465D-9947-49DA4A62D90A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90FF948-DB0C-3D89-CAE2-D47467A24B8C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D5A2E19-FA1C-A49F-788B-D1F925BE749E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D27FE1D-CA65-B2BA-AE2A-C266ED8B0D4A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A0623759-9695-84AE-62DF-507A92685E9A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5F9DA86-32BE-BB4C-FF6D-72F9FC9AC4D2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2968997-C368-25F5-55F3-52CC4A2ED010}"/>
              </a:ext>
            </a:extLst>
          </p:cNvPr>
          <p:cNvSpPr txBox="1"/>
          <p:nvPr/>
        </p:nvSpPr>
        <p:spPr>
          <a:xfrm>
            <a:off x="8551249" y="4639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ENTER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A869AF7B-3DC5-31D7-8C9B-274C486C2AA5}"/>
              </a:ext>
            </a:extLst>
          </p:cNvPr>
          <p:cNvSpPr txBox="1"/>
          <p:nvPr/>
        </p:nvSpPr>
        <p:spPr>
          <a:xfrm>
            <a:off x="337176" y="4639525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PAY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E2948A-D9B3-21FB-55F6-88C0DEDD2422}"/>
              </a:ext>
            </a:extLst>
          </p:cNvPr>
          <p:cNvSpPr txBox="1"/>
          <p:nvPr/>
        </p:nvSpPr>
        <p:spPr>
          <a:xfrm>
            <a:off x="4372213" y="4639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01/02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371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380A6-ED78-8F01-91B7-CEDC724BE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A27438-8B63-D794-2137-63EC114B68C9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FBBA18-0A79-EEE8-DF43-6C9E1EBCC73B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70DAA-1AC3-7DD9-D17F-1E959DC48B7A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0FD588-8D67-CE12-E91E-44AD5CEEA485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AE716A2-FDFD-C607-0514-2DB5950FA742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DED50D6-1F10-3530-3213-E9DFCAAB5C47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D30B4145-81B2-4F40-6B6A-F27CD70A3970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3E12BD5-DFDB-9316-D303-1AAB8C1E0D00}"/>
              </a:ext>
            </a:extLst>
          </p:cNvPr>
          <p:cNvSpPr/>
          <p:nvPr/>
        </p:nvSpPr>
        <p:spPr>
          <a:xfrm>
            <a:off x="337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Wife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463ADC6C-9E0F-8A2E-7DE4-08C1960A189C}"/>
              </a:ext>
            </a:extLst>
          </p:cNvPr>
          <p:cNvSpPr/>
          <p:nvPr/>
        </p:nvSpPr>
        <p:spPr>
          <a:xfrm>
            <a:off x="7249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Motorbike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2B3187A-822D-8829-27CA-D40EC7BB6DDE}"/>
              </a:ext>
            </a:extLst>
          </p:cNvPr>
          <p:cNvSpPr/>
          <p:nvPr/>
        </p:nvSpPr>
        <p:spPr>
          <a:xfrm>
            <a:off x="4945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Car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514B765A-DC77-0FCB-46C2-91A43F09B4B5}"/>
              </a:ext>
            </a:extLst>
          </p:cNvPr>
          <p:cNvSpPr/>
          <p:nvPr/>
        </p:nvSpPr>
        <p:spPr>
          <a:xfrm>
            <a:off x="2641176" y="1116190"/>
            <a:ext cx="2160000" cy="158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House</a:t>
            </a:r>
            <a:endParaRPr lang="vi-VN" dirty="0">
              <a:solidFill>
                <a:srgbClr val="00206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0F0240F8-997D-5F9D-6FF8-226B62273E58}"/>
              </a:ext>
            </a:extLst>
          </p:cNvPr>
          <p:cNvSpPr/>
          <p:nvPr/>
        </p:nvSpPr>
        <p:spPr>
          <a:xfrm>
            <a:off x="337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Clothes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FD4133B-8BDF-0ACD-FD09-4AB7308C6D42}"/>
              </a:ext>
            </a:extLst>
          </p:cNvPr>
          <p:cNvSpPr/>
          <p:nvPr/>
        </p:nvSpPr>
        <p:spPr>
          <a:xfrm>
            <a:off x="2641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Gun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CD7A3A0-26A9-09C4-868A-59DE06AEBC96}"/>
              </a:ext>
            </a:extLst>
          </p:cNvPr>
          <p:cNvSpPr/>
          <p:nvPr/>
        </p:nvSpPr>
        <p:spPr>
          <a:xfrm>
            <a:off x="4945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PC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F9EF689-2492-6993-ED77-FBA6CA45DBC4}"/>
              </a:ext>
            </a:extLst>
          </p:cNvPr>
          <p:cNvSpPr/>
          <p:nvPr/>
        </p:nvSpPr>
        <p:spPr>
          <a:xfrm>
            <a:off x="7249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TV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2744AAA-A371-A03E-83CA-7A818814CDCD}"/>
              </a:ext>
            </a:extLst>
          </p:cNvPr>
          <p:cNvSpPr txBox="1"/>
          <p:nvPr/>
        </p:nvSpPr>
        <p:spPr>
          <a:xfrm>
            <a:off x="265176" y="5224857"/>
            <a:ext cx="64524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move the pointer around and select item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enter the ItemDetailPage[x]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go to PayPage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9, 0 -&gt; do nothing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A8ADB611-9FFE-DE85-6BEC-EF4BF3E8BA08}"/>
              </a:ext>
            </a:extLst>
          </p:cNvPr>
          <p:cNvSpPr txBox="1"/>
          <p:nvPr/>
        </p:nvSpPr>
        <p:spPr>
          <a:xfrm>
            <a:off x="10222600" y="47334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MainMenu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D9BEDB06-7DEC-28DF-D88B-D0ECE153D0CE}"/>
              </a:ext>
            </a:extLst>
          </p:cNvPr>
          <p:cNvSpPr txBox="1"/>
          <p:nvPr/>
        </p:nvSpPr>
        <p:spPr>
          <a:xfrm>
            <a:off x="10222600" y="1116190"/>
            <a:ext cx="18437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Point at ID 1 if lastID is null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 16 item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35D20FC-E475-2BF2-2EE3-864742876A59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6D466DF-E6F7-F9A2-496C-AAF15406A800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3D3BCCC8-0DE1-6268-8D83-50C3B11196CF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EA5EA012-52A2-196C-0CC0-2E4D3FE5D428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CD15F92A-6098-4525-E557-67B3646EC6FA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A3025E2A-C4F8-6CD4-79FA-BBEAB6B0F749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989539A-7E75-7F27-486E-06A8794D6401}"/>
              </a:ext>
            </a:extLst>
          </p:cNvPr>
          <p:cNvSpPr txBox="1"/>
          <p:nvPr/>
        </p:nvSpPr>
        <p:spPr>
          <a:xfrm>
            <a:off x="8551249" y="4639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ENTER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D6783DA4-0A8F-36D6-8149-89A8C8E47DEC}"/>
              </a:ext>
            </a:extLst>
          </p:cNvPr>
          <p:cNvSpPr txBox="1"/>
          <p:nvPr/>
        </p:nvSpPr>
        <p:spPr>
          <a:xfrm>
            <a:off x="337176" y="4639525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PAY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128C71-3361-29A4-C564-126D16019E57}"/>
              </a:ext>
            </a:extLst>
          </p:cNvPr>
          <p:cNvSpPr txBox="1"/>
          <p:nvPr/>
        </p:nvSpPr>
        <p:spPr>
          <a:xfrm>
            <a:off x="4372213" y="4639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01/02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180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CABCB-3554-E8B0-A1C4-2F7DF0B72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351961-8D80-EA86-FA86-15A63F9FD807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A046D2-5DEF-BE1A-70BA-9642445C87AD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535B89-BF44-8450-4299-5107A4B4C13C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DA762A-B422-B28E-F75D-3EDDCFD898ED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A276652-25DA-FCC0-A244-59D6583649A6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0F2D994-0F62-3B48-F9F2-61460D6382E0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8A28450C-11AA-CEB4-F379-E96A8A4D9ECF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8BB40C5D-2B49-0260-9CBC-4A0C43042B19}"/>
              </a:ext>
            </a:extLst>
          </p:cNvPr>
          <p:cNvSpPr/>
          <p:nvPr/>
        </p:nvSpPr>
        <p:spPr>
          <a:xfrm>
            <a:off x="337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Wife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E00DD5E5-3611-CD6D-B944-6013BFFB46AE}"/>
              </a:ext>
            </a:extLst>
          </p:cNvPr>
          <p:cNvSpPr/>
          <p:nvPr/>
        </p:nvSpPr>
        <p:spPr>
          <a:xfrm>
            <a:off x="7249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Motorbike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E4CAC2F-0DAC-FC99-4BFC-3C85A203956E}"/>
              </a:ext>
            </a:extLst>
          </p:cNvPr>
          <p:cNvSpPr/>
          <p:nvPr/>
        </p:nvSpPr>
        <p:spPr>
          <a:xfrm>
            <a:off x="4945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Car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546D8005-FF1E-50A2-4D96-DC5E9D5C2C62}"/>
              </a:ext>
            </a:extLst>
          </p:cNvPr>
          <p:cNvSpPr/>
          <p:nvPr/>
        </p:nvSpPr>
        <p:spPr>
          <a:xfrm>
            <a:off x="2641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House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8C93BE38-9142-ED53-96EE-94C284DBD8B4}"/>
              </a:ext>
            </a:extLst>
          </p:cNvPr>
          <p:cNvSpPr/>
          <p:nvPr/>
        </p:nvSpPr>
        <p:spPr>
          <a:xfrm>
            <a:off x="337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Clothes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F5E29AC-3C4C-948E-FCAA-4A9EA5919834}"/>
              </a:ext>
            </a:extLst>
          </p:cNvPr>
          <p:cNvSpPr/>
          <p:nvPr/>
        </p:nvSpPr>
        <p:spPr>
          <a:xfrm>
            <a:off x="2641176" y="2841858"/>
            <a:ext cx="2160000" cy="158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Gun</a:t>
            </a:r>
            <a:endParaRPr lang="vi-VN" dirty="0">
              <a:solidFill>
                <a:srgbClr val="00206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AE8A76A5-1B81-F902-0779-AD1232D62A2B}"/>
              </a:ext>
            </a:extLst>
          </p:cNvPr>
          <p:cNvSpPr/>
          <p:nvPr/>
        </p:nvSpPr>
        <p:spPr>
          <a:xfrm>
            <a:off x="4945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PC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B9E2ED6-ED53-F384-9EC4-7D54A09911BE}"/>
              </a:ext>
            </a:extLst>
          </p:cNvPr>
          <p:cNvSpPr/>
          <p:nvPr/>
        </p:nvSpPr>
        <p:spPr>
          <a:xfrm>
            <a:off x="7249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TV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433C8F4F-6FF1-7990-614B-49BBDB3B4ED8}"/>
              </a:ext>
            </a:extLst>
          </p:cNvPr>
          <p:cNvSpPr txBox="1"/>
          <p:nvPr/>
        </p:nvSpPr>
        <p:spPr>
          <a:xfrm>
            <a:off x="265176" y="5224857"/>
            <a:ext cx="64524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move the pointer around and select item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enter the ItemDetailPage[x]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go to PayPage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9, 0 -&gt; do nothing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88A0E8D0-B59F-01F0-A5F4-D0FF7BA175B2}"/>
              </a:ext>
            </a:extLst>
          </p:cNvPr>
          <p:cNvSpPr txBox="1"/>
          <p:nvPr/>
        </p:nvSpPr>
        <p:spPr>
          <a:xfrm>
            <a:off x="10222600" y="47334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MainMenu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C6A5D65-5503-746D-7063-04368E569DDD}"/>
              </a:ext>
            </a:extLst>
          </p:cNvPr>
          <p:cNvSpPr txBox="1"/>
          <p:nvPr/>
        </p:nvSpPr>
        <p:spPr>
          <a:xfrm>
            <a:off x="10222600" y="1116190"/>
            <a:ext cx="18437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Point at ID 1 if lastID is null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 16 item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B355623-D23B-1687-3227-3E31FCAF04E0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7EC4C8CF-9A40-5904-C4F9-5BFE38F77876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0CD9330-6029-A718-E39E-3F0F676D4FEC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EBF3B4-8471-ECA2-22A6-4B24AB4C1FBA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B2C4747-1021-1255-8921-FE4F34BB292A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D0B51F62-3F5D-F3DE-ABC4-F5D9135CC32C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0762545-433C-8FB0-C678-290AE11D008F}"/>
              </a:ext>
            </a:extLst>
          </p:cNvPr>
          <p:cNvSpPr txBox="1"/>
          <p:nvPr/>
        </p:nvSpPr>
        <p:spPr>
          <a:xfrm>
            <a:off x="8551249" y="4639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ENTER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B5C7E1B7-D375-FF56-CADE-AB7182C751C4}"/>
              </a:ext>
            </a:extLst>
          </p:cNvPr>
          <p:cNvSpPr txBox="1"/>
          <p:nvPr/>
        </p:nvSpPr>
        <p:spPr>
          <a:xfrm>
            <a:off x="337176" y="4639525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PAY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15859B-D365-49EB-40E8-17B6504D4EA8}"/>
              </a:ext>
            </a:extLst>
          </p:cNvPr>
          <p:cNvSpPr txBox="1"/>
          <p:nvPr/>
        </p:nvSpPr>
        <p:spPr>
          <a:xfrm>
            <a:off x="4372213" y="4639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01/02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915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8D6A2-513E-EA59-74D6-9AB432F54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676323-1678-64E8-5E2D-ED35D73F6922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1B01CB-5929-8307-F0DC-1E6403B48954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6266CA-223C-26B3-43CD-8061BD0018BA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CACCCD-BD51-05BF-DCC9-61F4048ABE20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0AB4028-2017-6ECF-B389-0D89028E6343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65F0E90-7827-1507-C11D-1872D340C239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91F669F-C041-DF46-AC3E-7E2053D88D13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F951E64-53FD-00E9-5741-DF1A411CA085}"/>
              </a:ext>
            </a:extLst>
          </p:cNvPr>
          <p:cNvSpPr/>
          <p:nvPr/>
        </p:nvSpPr>
        <p:spPr>
          <a:xfrm>
            <a:off x="337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Waifu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7DD70AA-1548-39D3-A377-77C92E867E59}"/>
              </a:ext>
            </a:extLst>
          </p:cNvPr>
          <p:cNvSpPr/>
          <p:nvPr/>
        </p:nvSpPr>
        <p:spPr>
          <a:xfrm>
            <a:off x="7249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Games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205A2C7A-666C-9E8A-5F33-8A1667E47CED}"/>
              </a:ext>
            </a:extLst>
          </p:cNvPr>
          <p:cNvSpPr/>
          <p:nvPr/>
        </p:nvSpPr>
        <p:spPr>
          <a:xfrm>
            <a:off x="4945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Gigachad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646577D2-C6AA-0B43-E22B-F314A1F2CF55}"/>
              </a:ext>
            </a:extLst>
          </p:cNvPr>
          <p:cNvSpPr/>
          <p:nvPr/>
        </p:nvSpPr>
        <p:spPr>
          <a:xfrm>
            <a:off x="2641176" y="1116190"/>
            <a:ext cx="2160000" cy="158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Coca-Cola</a:t>
            </a:r>
            <a:endParaRPr lang="vi-VN" dirty="0">
              <a:solidFill>
                <a:srgbClr val="00206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AAE95DD-95FC-BDE8-77CD-763ECF626BC0}"/>
              </a:ext>
            </a:extLst>
          </p:cNvPr>
          <p:cNvSpPr/>
          <p:nvPr/>
        </p:nvSpPr>
        <p:spPr>
          <a:xfrm>
            <a:off x="337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AR-VR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4B812062-CE00-1DDF-D9EC-4BB4CFAC99D3}"/>
              </a:ext>
            </a:extLst>
          </p:cNvPr>
          <p:cNvSpPr/>
          <p:nvPr/>
        </p:nvSpPr>
        <p:spPr>
          <a:xfrm>
            <a:off x="2641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Films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31760A1A-B35E-1B54-D7A0-3B26ECC67A9D}"/>
              </a:ext>
            </a:extLst>
          </p:cNvPr>
          <p:cNvSpPr/>
          <p:nvPr/>
        </p:nvSpPr>
        <p:spPr>
          <a:xfrm>
            <a:off x="4945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WTF is this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8810721-F0FE-244B-3448-4925F21CD614}"/>
              </a:ext>
            </a:extLst>
          </p:cNvPr>
          <p:cNvSpPr/>
          <p:nvPr/>
        </p:nvSpPr>
        <p:spPr>
          <a:xfrm>
            <a:off x="7249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Heck, I know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9F20C6B9-6CCC-62FB-082A-3567B39DE37B}"/>
              </a:ext>
            </a:extLst>
          </p:cNvPr>
          <p:cNvSpPr txBox="1"/>
          <p:nvPr/>
        </p:nvSpPr>
        <p:spPr>
          <a:xfrm>
            <a:off x="265176" y="5224857"/>
            <a:ext cx="64524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move the pointer around and select item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enter the ItemDetailPage[x]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go to PayPage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9, 0 -&gt; do nothing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43F9EEF-37DC-F1A2-16CA-A7751915C825}"/>
              </a:ext>
            </a:extLst>
          </p:cNvPr>
          <p:cNvSpPr txBox="1"/>
          <p:nvPr/>
        </p:nvSpPr>
        <p:spPr>
          <a:xfrm>
            <a:off x="10222600" y="47334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MainMenu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47ADFBF-AFAA-2569-92F3-7268C5DE722E}"/>
              </a:ext>
            </a:extLst>
          </p:cNvPr>
          <p:cNvSpPr txBox="1"/>
          <p:nvPr/>
        </p:nvSpPr>
        <p:spPr>
          <a:xfrm>
            <a:off x="10222600" y="1116190"/>
            <a:ext cx="18437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Point at ID 1 if lastID is null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 16 item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881B9BB-5C1F-CB2B-B3E4-C645B83BCE02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E5CA3D8A-CBF8-0D95-0C9D-ADA120F60651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88B02C6-D501-DDF8-A0FA-AF11FEA372B9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66BD2E7-B1BA-9C8F-2756-C909552F5A88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DB7DB09E-20CF-43FA-06D2-F08D80FABC0D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B618EF30-FB23-752E-8F7D-8C4F06A9C2C7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12672665-7854-DC6A-1014-F3F95AB04EF3}"/>
              </a:ext>
            </a:extLst>
          </p:cNvPr>
          <p:cNvSpPr txBox="1"/>
          <p:nvPr/>
        </p:nvSpPr>
        <p:spPr>
          <a:xfrm>
            <a:off x="8551249" y="4639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ENTER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CBE1F15-A401-6E20-2B09-33D1F4688944}"/>
              </a:ext>
            </a:extLst>
          </p:cNvPr>
          <p:cNvSpPr txBox="1"/>
          <p:nvPr/>
        </p:nvSpPr>
        <p:spPr>
          <a:xfrm>
            <a:off x="337176" y="4639525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PAY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DF610E-1D24-496D-221F-2B79487F09EE}"/>
              </a:ext>
            </a:extLst>
          </p:cNvPr>
          <p:cNvSpPr txBox="1"/>
          <p:nvPr/>
        </p:nvSpPr>
        <p:spPr>
          <a:xfrm>
            <a:off x="4372213" y="4639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02/02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986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2A33-1B10-7AC6-BE22-2AF4E0304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D9896E-6D51-4CA6-76B7-D288282B157D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E9B574-909C-C681-355C-8B4FB43E7C5C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DFA605-8F47-7C5D-2E08-ADFB894896E6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1CDB7F-0C07-6AE1-FE22-86705A0C9DCA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0C0E445-8177-8516-62EC-4E317E57C911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0DAB8DC-778F-2485-0BC1-EDE094DA165A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BE20A66-7470-2483-6985-B53D428BB4FF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247583B-C112-539C-47BD-3173670FD718}"/>
              </a:ext>
            </a:extLst>
          </p:cNvPr>
          <p:cNvSpPr txBox="1"/>
          <p:nvPr/>
        </p:nvSpPr>
        <p:spPr>
          <a:xfrm>
            <a:off x="265176" y="5139082"/>
            <a:ext cx="1087509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return to MainMenu with lastID = currID (ID = 10)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9 -&gt; input to ToBuy field, key pressed then enter quantity immediately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0 -&gt;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Quantity field validation: if (input &gt; available) || (input * item.price &gt; balance) then do nothing, else calculate Total</a:t>
            </a:r>
          </a:p>
          <a:p>
            <a:endParaRPr lang="en-US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7D2CC8B-51D3-20D2-6B4D-3BE6E7CBE2D8}"/>
              </a:ext>
            </a:extLst>
          </p:cNvPr>
          <p:cNvSpPr txBox="1"/>
          <p:nvPr/>
        </p:nvSpPr>
        <p:spPr>
          <a:xfrm>
            <a:off x="10222600" y="473348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ItemDetailPage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16119C-C3F4-FBBB-90F5-3A9421B57893}"/>
              </a:ext>
            </a:extLst>
          </p:cNvPr>
          <p:cNvSpPr txBox="1"/>
          <p:nvPr/>
        </p:nvSpPr>
        <p:spPr>
          <a:xfrm>
            <a:off x="10222600" y="1116190"/>
            <a:ext cx="12282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Item ID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Item Name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Item Price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Item Cache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ToBuy: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84AA4A-5B20-272C-49D6-2FABC3B81920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221AD-A414-8552-9BBF-BD3ECC268F45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8FDD2-D80B-6CD1-4D2E-9F07A3415FA5}"/>
              </a:ext>
            </a:extLst>
          </p:cNvPr>
          <p:cNvSpPr txBox="1"/>
          <p:nvPr/>
        </p:nvSpPr>
        <p:spPr>
          <a:xfrm>
            <a:off x="337176" y="4639525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BACK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D5DAD8-90EB-2D63-0F39-11E71EE13AD9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C9A1C-0812-0EA7-A6DC-E4CBC4485F5B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595CE7-3F45-04C1-F741-CCF20D1CF828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316566-8B45-AFC7-1775-471A7A17E9A7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49902C-3722-CF12-2F25-5598D0897B87}"/>
              </a:ext>
            </a:extLst>
          </p:cNvPr>
          <p:cNvSpPr txBox="1"/>
          <p:nvPr/>
        </p:nvSpPr>
        <p:spPr>
          <a:xfrm>
            <a:off x="7070073" y="4042871"/>
            <a:ext cx="2339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Maximum value: 9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A16B15-1843-4238-6B5A-50C348758F8E}"/>
              </a:ext>
            </a:extLst>
          </p:cNvPr>
          <p:cNvSpPr txBox="1"/>
          <p:nvPr/>
        </p:nvSpPr>
        <p:spPr>
          <a:xfrm>
            <a:off x="2472376" y="1111525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Item no.: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34116A-DEE8-DE5B-D34A-EFFC10C6942F}"/>
              </a:ext>
            </a:extLst>
          </p:cNvPr>
          <p:cNvSpPr txBox="1"/>
          <p:nvPr/>
        </p:nvSpPr>
        <p:spPr>
          <a:xfrm>
            <a:off x="337176" y="4048864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Minimum value: 1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E2BDA3-F46F-D3D4-BBED-AF1C38C51795}"/>
              </a:ext>
            </a:extLst>
          </p:cNvPr>
          <p:cNvSpPr txBox="1"/>
          <p:nvPr/>
        </p:nvSpPr>
        <p:spPr>
          <a:xfrm>
            <a:off x="2472376" y="1562852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Item Name: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4E9156-A22A-903B-C3E8-6389A37FBE14}"/>
              </a:ext>
            </a:extLst>
          </p:cNvPr>
          <p:cNvSpPr txBox="1"/>
          <p:nvPr/>
        </p:nvSpPr>
        <p:spPr>
          <a:xfrm>
            <a:off x="2472376" y="1999518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Item Price: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5471AE-8D7B-F1D7-3EC5-4274C1940A0F}"/>
              </a:ext>
            </a:extLst>
          </p:cNvPr>
          <p:cNvSpPr txBox="1"/>
          <p:nvPr/>
        </p:nvSpPr>
        <p:spPr>
          <a:xfrm>
            <a:off x="2472376" y="2442138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Available: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EBB4D0-A83D-66A2-58EE-84F38FD3B2EA}"/>
              </a:ext>
            </a:extLst>
          </p:cNvPr>
          <p:cNvSpPr txBox="1"/>
          <p:nvPr/>
        </p:nvSpPr>
        <p:spPr>
          <a:xfrm>
            <a:off x="4361358" y="1124098"/>
            <a:ext cx="3470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E52310-4958-8D94-4459-2761EDBDCC7F}"/>
              </a:ext>
            </a:extLst>
          </p:cNvPr>
          <p:cNvSpPr txBox="1"/>
          <p:nvPr/>
        </p:nvSpPr>
        <p:spPr>
          <a:xfrm>
            <a:off x="4361358" y="1560764"/>
            <a:ext cx="3470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Coca-Cola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F9CB34-B0E7-8EBC-E053-FAE36B9D6B51}"/>
              </a:ext>
            </a:extLst>
          </p:cNvPr>
          <p:cNvSpPr txBox="1"/>
          <p:nvPr/>
        </p:nvSpPr>
        <p:spPr>
          <a:xfrm>
            <a:off x="8820553" y="2004761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CD927E-F1E9-842C-9B67-12A3031439BD}"/>
              </a:ext>
            </a:extLst>
          </p:cNvPr>
          <p:cNvSpPr txBox="1"/>
          <p:nvPr/>
        </p:nvSpPr>
        <p:spPr>
          <a:xfrm>
            <a:off x="8281944" y="2440173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item(s)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CB2F0E-E489-7823-7D7F-064F376747DA}"/>
              </a:ext>
            </a:extLst>
          </p:cNvPr>
          <p:cNvSpPr txBox="1"/>
          <p:nvPr/>
        </p:nvSpPr>
        <p:spPr>
          <a:xfrm>
            <a:off x="4361358" y="2004761"/>
            <a:ext cx="347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5FBAAA-1906-1A7B-B2C9-978E950BD2CA}"/>
              </a:ext>
            </a:extLst>
          </p:cNvPr>
          <p:cNvSpPr txBox="1"/>
          <p:nvPr/>
        </p:nvSpPr>
        <p:spPr>
          <a:xfrm>
            <a:off x="4361358" y="2438144"/>
            <a:ext cx="3470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18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C212F9-63BD-AE6B-5287-C041BBA86857}"/>
              </a:ext>
            </a:extLst>
          </p:cNvPr>
          <p:cNvSpPr/>
          <p:nvPr/>
        </p:nvSpPr>
        <p:spPr>
          <a:xfrm>
            <a:off x="337174" y="1115966"/>
            <a:ext cx="1656000" cy="165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9D792C-6BF3-2B2A-47F2-739B78E586A3}"/>
              </a:ext>
            </a:extLst>
          </p:cNvPr>
          <p:cNvSpPr txBox="1"/>
          <p:nvPr/>
        </p:nvSpPr>
        <p:spPr>
          <a:xfrm>
            <a:off x="337176" y="3028006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Please enter quantity: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9C79C0-A793-17CC-A75B-45A06F8236F1}"/>
              </a:ext>
            </a:extLst>
          </p:cNvPr>
          <p:cNvSpPr/>
          <p:nvPr/>
        </p:nvSpPr>
        <p:spPr>
          <a:xfrm>
            <a:off x="6096000" y="3019897"/>
            <a:ext cx="1719827" cy="398312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3BD132-B505-7E06-45DA-8444AAAEA558}"/>
              </a:ext>
            </a:extLst>
          </p:cNvPr>
          <p:cNvSpPr txBox="1"/>
          <p:nvPr/>
        </p:nvSpPr>
        <p:spPr>
          <a:xfrm>
            <a:off x="8281944" y="3035633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item(s)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9B19C9-5F7B-47AA-067D-1421DDB59AF6}"/>
              </a:ext>
            </a:extLst>
          </p:cNvPr>
          <p:cNvSpPr/>
          <p:nvPr/>
        </p:nvSpPr>
        <p:spPr>
          <a:xfrm>
            <a:off x="265176" y="2875897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4F47D6-957A-B449-7D76-76DA5268EAE5}"/>
              </a:ext>
            </a:extLst>
          </p:cNvPr>
          <p:cNvSpPr txBox="1"/>
          <p:nvPr/>
        </p:nvSpPr>
        <p:spPr>
          <a:xfrm>
            <a:off x="8012640" y="4639525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KEY PRESS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766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F65FF-A749-0215-6E9E-1D39C0FBF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4D244C-DF47-CE73-F7F0-B0ED8D5F232E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E38EB3-8C6E-41BC-7584-96BA7C3DFAD3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0061AC-D573-C061-5879-A0DD96121D21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1074E0-DD0A-5EEF-A8F1-A69B49F6D1F3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213AA4A-2F7F-333B-5001-2BEDC434B7B0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A08E2D3-BAB7-9968-0A4A-2AE273E65B29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D5F6A734-8427-3AD5-BB59-89EB3F538CC0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203A141-EBD3-E3D2-2605-914FD4C3B786}"/>
              </a:ext>
            </a:extLst>
          </p:cNvPr>
          <p:cNvSpPr txBox="1"/>
          <p:nvPr/>
        </p:nvSpPr>
        <p:spPr>
          <a:xfrm>
            <a:off x="265176" y="5224857"/>
            <a:ext cx="113992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confirm, if balance &gt; sub_total, return to MainMenu, balance -= sub_total, else (balance = sub_total), to PayPage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cancel and return to MainMenu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9, 0 -&gt; do nothing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893F50B-040C-1769-4BD7-8DD808654DF9}"/>
              </a:ext>
            </a:extLst>
          </p:cNvPr>
          <p:cNvSpPr txBox="1"/>
          <p:nvPr/>
        </p:nvSpPr>
        <p:spPr>
          <a:xfrm>
            <a:off x="10222600" y="473348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ItemDetailPage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21478E-530F-0610-1E38-B4DCF1E0F162}"/>
              </a:ext>
            </a:extLst>
          </p:cNvPr>
          <p:cNvSpPr txBox="1"/>
          <p:nvPr/>
        </p:nvSpPr>
        <p:spPr>
          <a:xfrm>
            <a:off x="10222600" y="1116190"/>
            <a:ext cx="12282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Item ID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Item Name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Item Price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Item Cache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ToBuy: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BFFC2-8578-0EFC-E2A8-A4AB826D1B89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D95A53-6426-ABC8-C842-89010BD7E261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568858-B3EC-4E1C-361E-C17739E0C774}"/>
              </a:ext>
            </a:extLst>
          </p:cNvPr>
          <p:cNvSpPr txBox="1"/>
          <p:nvPr/>
        </p:nvSpPr>
        <p:spPr>
          <a:xfrm>
            <a:off x="337176" y="463952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CANCEL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3A8A5-2CC6-9EC4-E6C1-5A375D49DE21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C30882-FE0C-8320-13B2-49718E2860B1}"/>
              </a:ext>
            </a:extLst>
          </p:cNvPr>
          <p:cNvSpPr txBox="1"/>
          <p:nvPr/>
        </p:nvSpPr>
        <p:spPr>
          <a:xfrm>
            <a:off x="8281944" y="4639525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CONFIRM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F72304-3E60-3A05-7E69-D27B5F66E05A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45E48D-1DB1-5C6D-E0D1-C0077A54C239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67C889-763F-AFEB-E305-3C48EF938703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8CC9D8-DB0E-743A-75EB-B154AAF1CD42}"/>
              </a:ext>
            </a:extLst>
          </p:cNvPr>
          <p:cNvSpPr txBox="1"/>
          <p:nvPr/>
        </p:nvSpPr>
        <p:spPr>
          <a:xfrm>
            <a:off x="2472376" y="1111525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Item no.: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FC25B4-841E-D0A7-AA82-5E03CD8B108D}"/>
              </a:ext>
            </a:extLst>
          </p:cNvPr>
          <p:cNvSpPr txBox="1"/>
          <p:nvPr/>
        </p:nvSpPr>
        <p:spPr>
          <a:xfrm>
            <a:off x="2472376" y="1562852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Item Name: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591DC3-E0EC-542A-ED31-4DB695027A6B}"/>
              </a:ext>
            </a:extLst>
          </p:cNvPr>
          <p:cNvSpPr txBox="1"/>
          <p:nvPr/>
        </p:nvSpPr>
        <p:spPr>
          <a:xfrm>
            <a:off x="2472376" y="1999518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Item Price: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67515A-4230-0CD5-62F3-509628513D11}"/>
              </a:ext>
            </a:extLst>
          </p:cNvPr>
          <p:cNvSpPr txBox="1"/>
          <p:nvPr/>
        </p:nvSpPr>
        <p:spPr>
          <a:xfrm>
            <a:off x="2472376" y="2442138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Available: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82678E-CB87-1221-E6B3-2565B0314748}"/>
              </a:ext>
            </a:extLst>
          </p:cNvPr>
          <p:cNvSpPr txBox="1"/>
          <p:nvPr/>
        </p:nvSpPr>
        <p:spPr>
          <a:xfrm>
            <a:off x="4361358" y="1124098"/>
            <a:ext cx="3470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209428-BB84-40B9-CB3F-667CC185E4A8}"/>
              </a:ext>
            </a:extLst>
          </p:cNvPr>
          <p:cNvSpPr txBox="1"/>
          <p:nvPr/>
        </p:nvSpPr>
        <p:spPr>
          <a:xfrm>
            <a:off x="4361358" y="1560764"/>
            <a:ext cx="3470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Coca-Cola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AE84D4-382F-148D-A11E-84E0C6E19257}"/>
              </a:ext>
            </a:extLst>
          </p:cNvPr>
          <p:cNvSpPr txBox="1"/>
          <p:nvPr/>
        </p:nvSpPr>
        <p:spPr>
          <a:xfrm>
            <a:off x="8820553" y="2004761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0DB214-8904-28D0-375F-2DD1B002E75D}"/>
              </a:ext>
            </a:extLst>
          </p:cNvPr>
          <p:cNvSpPr txBox="1"/>
          <p:nvPr/>
        </p:nvSpPr>
        <p:spPr>
          <a:xfrm>
            <a:off x="8281944" y="2440173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item(s)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DE0268-9510-C860-21CF-ECA2F9013499}"/>
              </a:ext>
            </a:extLst>
          </p:cNvPr>
          <p:cNvSpPr txBox="1"/>
          <p:nvPr/>
        </p:nvSpPr>
        <p:spPr>
          <a:xfrm>
            <a:off x="4361358" y="2004761"/>
            <a:ext cx="347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E10A55-859F-70BF-07EC-42543FDF6DDE}"/>
              </a:ext>
            </a:extLst>
          </p:cNvPr>
          <p:cNvSpPr txBox="1"/>
          <p:nvPr/>
        </p:nvSpPr>
        <p:spPr>
          <a:xfrm>
            <a:off x="4361358" y="2438144"/>
            <a:ext cx="3470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18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76795A-947A-F793-D373-507A8315E40B}"/>
              </a:ext>
            </a:extLst>
          </p:cNvPr>
          <p:cNvSpPr/>
          <p:nvPr/>
        </p:nvSpPr>
        <p:spPr>
          <a:xfrm>
            <a:off x="337174" y="1115966"/>
            <a:ext cx="1656000" cy="165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28EA42-B717-BD51-88C3-53D2C52DB49E}"/>
              </a:ext>
            </a:extLst>
          </p:cNvPr>
          <p:cNvSpPr txBox="1"/>
          <p:nvPr/>
        </p:nvSpPr>
        <p:spPr>
          <a:xfrm>
            <a:off x="337176" y="3028006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Please enter quantity: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A6DC2CF-3965-5D7A-4372-8DA01E2D92B2}"/>
              </a:ext>
            </a:extLst>
          </p:cNvPr>
          <p:cNvSpPr/>
          <p:nvPr/>
        </p:nvSpPr>
        <p:spPr>
          <a:xfrm>
            <a:off x="6096000" y="3019897"/>
            <a:ext cx="1719827" cy="398312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3C04C5-B10F-8A77-AEA9-CE570A3CAAA3}"/>
              </a:ext>
            </a:extLst>
          </p:cNvPr>
          <p:cNvSpPr txBox="1"/>
          <p:nvPr/>
        </p:nvSpPr>
        <p:spPr>
          <a:xfrm>
            <a:off x="8281944" y="3035633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item(s)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B1A344-0EDA-3409-9E0B-0997A2F29432}"/>
              </a:ext>
            </a:extLst>
          </p:cNvPr>
          <p:cNvSpPr/>
          <p:nvPr/>
        </p:nvSpPr>
        <p:spPr>
          <a:xfrm>
            <a:off x="265176" y="2875897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6CD08B-7E9E-E0A1-D3F6-DF07F6A65402}"/>
              </a:ext>
            </a:extLst>
          </p:cNvPr>
          <p:cNvSpPr txBox="1"/>
          <p:nvPr/>
        </p:nvSpPr>
        <p:spPr>
          <a:xfrm>
            <a:off x="337176" y="4025871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Total: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5ADE2-6810-E198-5B43-0C8715AB558B}"/>
              </a:ext>
            </a:extLst>
          </p:cNvPr>
          <p:cNvSpPr txBox="1"/>
          <p:nvPr/>
        </p:nvSpPr>
        <p:spPr>
          <a:xfrm>
            <a:off x="8820553" y="4047753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C0CD53-C8C2-D0C1-6665-CD12A4C1FEC6}"/>
              </a:ext>
            </a:extLst>
          </p:cNvPr>
          <p:cNvSpPr txBox="1"/>
          <p:nvPr/>
        </p:nvSpPr>
        <p:spPr>
          <a:xfrm>
            <a:off x="4361358" y="4047753"/>
            <a:ext cx="347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506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EAB00-B42E-995A-5A78-658F8F401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B42387-C112-FC05-3B48-D5204EE6A219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B6BD41-52BD-8397-D0C8-8E03BE4904B5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9C7CB5-6763-51CB-D766-43075CD2F7D2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315B6E-F345-239A-351A-A4B92604D61F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75AB477-AB7A-A479-63C9-ACF2B8421244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5ADAF740-DD35-CC63-5680-5AE66E8D79EB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8BED410C-CFE2-0A94-8D39-469171F37116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32768406-3BC2-796E-E3B6-62E14AE34966}"/>
              </a:ext>
            </a:extLst>
          </p:cNvPr>
          <p:cNvSpPr/>
          <p:nvPr/>
        </p:nvSpPr>
        <p:spPr>
          <a:xfrm>
            <a:off x="337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Waifu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4A3F1B37-6E62-C42D-4BC5-3FCF9E41A3AD}"/>
              </a:ext>
            </a:extLst>
          </p:cNvPr>
          <p:cNvSpPr/>
          <p:nvPr/>
        </p:nvSpPr>
        <p:spPr>
          <a:xfrm>
            <a:off x="7249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Games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91A7168-3B2D-B2BF-7B0B-DD4BB67EE16E}"/>
              </a:ext>
            </a:extLst>
          </p:cNvPr>
          <p:cNvSpPr/>
          <p:nvPr/>
        </p:nvSpPr>
        <p:spPr>
          <a:xfrm>
            <a:off x="4945176" y="1116190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Gigachad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C404431B-1EC3-0EFC-969A-B05B83817B45}"/>
              </a:ext>
            </a:extLst>
          </p:cNvPr>
          <p:cNvSpPr/>
          <p:nvPr/>
        </p:nvSpPr>
        <p:spPr>
          <a:xfrm>
            <a:off x="2641176" y="1116190"/>
            <a:ext cx="2160000" cy="158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Coca-Cola</a:t>
            </a:r>
            <a:endParaRPr lang="vi-VN" dirty="0">
              <a:solidFill>
                <a:srgbClr val="00206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09F25C44-773A-5CA1-9B2B-7852A88B7FC3}"/>
              </a:ext>
            </a:extLst>
          </p:cNvPr>
          <p:cNvSpPr/>
          <p:nvPr/>
        </p:nvSpPr>
        <p:spPr>
          <a:xfrm>
            <a:off x="337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AR-VR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A8FC4229-96C9-91BC-0D9F-D5B83E1CC105}"/>
              </a:ext>
            </a:extLst>
          </p:cNvPr>
          <p:cNvSpPr/>
          <p:nvPr/>
        </p:nvSpPr>
        <p:spPr>
          <a:xfrm>
            <a:off x="2641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Films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AC0C4456-AB93-825B-49EB-647BD00A7966}"/>
              </a:ext>
            </a:extLst>
          </p:cNvPr>
          <p:cNvSpPr/>
          <p:nvPr/>
        </p:nvSpPr>
        <p:spPr>
          <a:xfrm>
            <a:off x="4945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WTF is this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11ACE8A-ED00-BF47-16E7-FB824E46CE0B}"/>
              </a:ext>
            </a:extLst>
          </p:cNvPr>
          <p:cNvSpPr/>
          <p:nvPr/>
        </p:nvSpPr>
        <p:spPr>
          <a:xfrm>
            <a:off x="7249176" y="2841858"/>
            <a:ext cx="2160000" cy="1584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Heck, I know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02ACF34E-238C-8448-B953-8239C6836184}"/>
              </a:ext>
            </a:extLst>
          </p:cNvPr>
          <p:cNvSpPr txBox="1"/>
          <p:nvPr/>
        </p:nvSpPr>
        <p:spPr>
          <a:xfrm>
            <a:off x="265176" y="5224857"/>
            <a:ext cx="64524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move the pointer around and select item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enter the ItemDetailPage[x]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go to PayPage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9, 0 -&gt; do nothing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3FF6D28-8B82-B853-62BF-A25B0B9BAB16}"/>
              </a:ext>
            </a:extLst>
          </p:cNvPr>
          <p:cNvSpPr txBox="1"/>
          <p:nvPr/>
        </p:nvSpPr>
        <p:spPr>
          <a:xfrm>
            <a:off x="10222600" y="47334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MainMenu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07C4C1E-36EE-FBFC-940B-C0F8DECE852B}"/>
              </a:ext>
            </a:extLst>
          </p:cNvPr>
          <p:cNvSpPr txBox="1"/>
          <p:nvPr/>
        </p:nvSpPr>
        <p:spPr>
          <a:xfrm>
            <a:off x="10222600" y="1116190"/>
            <a:ext cx="18437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Initial: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Point at ID 1 if lastID is null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Initial 16 item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5ADC68E-D3A9-75A0-D6F3-E757752FDDAA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3AD4853-5452-ACC0-F832-C66ECD91C955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F906049-4403-27E5-5621-A7FFEB253D12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E724C75-AD09-797E-0758-67AE506D363E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80.000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A8622C9-29C6-E89C-D99B-0A1CD1CDCCDF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6E6E766-8394-89C3-F797-74EDE4DB42AA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29BA4630-3873-6E8B-A598-8C58BEEBE144}"/>
              </a:ext>
            </a:extLst>
          </p:cNvPr>
          <p:cNvSpPr txBox="1"/>
          <p:nvPr/>
        </p:nvSpPr>
        <p:spPr>
          <a:xfrm>
            <a:off x="8551249" y="4639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ENTER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BE94A0F8-D75A-93AF-E2B3-566E352C8E31}"/>
              </a:ext>
            </a:extLst>
          </p:cNvPr>
          <p:cNvSpPr txBox="1"/>
          <p:nvPr/>
        </p:nvSpPr>
        <p:spPr>
          <a:xfrm>
            <a:off x="337176" y="4639525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PAY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1F2D0A-3626-6D95-59FB-D8191B708275}"/>
              </a:ext>
            </a:extLst>
          </p:cNvPr>
          <p:cNvSpPr txBox="1"/>
          <p:nvPr/>
        </p:nvSpPr>
        <p:spPr>
          <a:xfrm>
            <a:off x="4372213" y="4639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02/02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317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83FD7-C2BB-2E21-4DE8-EAC9ED50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983A55-DFE9-5A18-7AFC-4799CBA642E5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0EBBBD-9C47-67AD-B3F0-1C081F10A82D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C53725-4969-CBE8-BE63-B4B73B0D3E1A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F58B66-05DB-08EB-1DF2-21EC64483D0E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E1DB5D1-6195-04AB-E14F-D415B624D78A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1571842-5A48-5D44-CB67-2BA2312FDAC4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75F7BB94-FE65-C0B9-F23C-73BE112D90B5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AF77652F-8F63-681A-77FC-C5DBE7493F9D}"/>
              </a:ext>
            </a:extLst>
          </p:cNvPr>
          <p:cNvSpPr txBox="1"/>
          <p:nvPr/>
        </p:nvSpPr>
        <p:spPr>
          <a:xfrm>
            <a:off x="265176" y="5066711"/>
            <a:ext cx="47724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let’s go to thanksPage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cancel paying and return to MainMenu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0 -&gt; cancel buying and go to confirmLeavingPage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BC62CFD-5B1D-37B2-75B7-6DEAA4041600}"/>
              </a:ext>
            </a:extLst>
          </p:cNvPr>
          <p:cNvSpPr txBox="1"/>
          <p:nvPr/>
        </p:nvSpPr>
        <p:spPr>
          <a:xfrm>
            <a:off x="10222600" y="47334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PayPage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F8501-14A2-4E7C-22C2-E2D9DDC931BA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A4F4A3-4C4A-F046-278E-2D2871ABF1B1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84B71F-752C-6C34-FABA-E1A04DC01A55}"/>
              </a:ext>
            </a:extLst>
          </p:cNvPr>
          <p:cNvSpPr txBox="1"/>
          <p:nvPr/>
        </p:nvSpPr>
        <p:spPr>
          <a:xfrm>
            <a:off x="337176" y="463952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CANCEL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DF26EB-F529-0B4A-52A8-A8758BFB9678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F10C92-9CE7-6A6B-4BD0-33BF1662D6C1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788F77-AE95-8234-AEA7-40D319B0464A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80.000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C6AEE9-B54B-2775-2B08-DB56CD1BBCDD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214D22-5D75-DE11-120D-C89F17F97F0E}"/>
              </a:ext>
            </a:extLst>
          </p:cNvPr>
          <p:cNvSpPr txBox="1"/>
          <p:nvPr/>
        </p:nvSpPr>
        <p:spPr>
          <a:xfrm>
            <a:off x="337176" y="1761416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Total: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2FB620D-E5DA-89F4-9C1B-C60377004971}"/>
              </a:ext>
            </a:extLst>
          </p:cNvPr>
          <p:cNvSpPr/>
          <p:nvPr/>
        </p:nvSpPr>
        <p:spPr>
          <a:xfrm>
            <a:off x="265176" y="2980676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A5C9D0-DC34-B7F8-DD7F-2BC4F7B1BB08}"/>
              </a:ext>
            </a:extLst>
          </p:cNvPr>
          <p:cNvSpPr txBox="1"/>
          <p:nvPr/>
        </p:nvSpPr>
        <p:spPr>
          <a:xfrm>
            <a:off x="8281944" y="4639525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CONFIRM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11DB16-B597-9ABD-A1C3-8E5C1F495984}"/>
              </a:ext>
            </a:extLst>
          </p:cNvPr>
          <p:cNvSpPr txBox="1"/>
          <p:nvPr/>
        </p:nvSpPr>
        <p:spPr>
          <a:xfrm>
            <a:off x="8820553" y="1744198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1CBD9A-E4C9-7340-EB64-F0B6CA55912B}"/>
              </a:ext>
            </a:extLst>
          </p:cNvPr>
          <p:cNvSpPr txBox="1"/>
          <p:nvPr/>
        </p:nvSpPr>
        <p:spPr>
          <a:xfrm>
            <a:off x="4361358" y="1744198"/>
            <a:ext cx="347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09508E-FADC-B757-A47F-D2119AF01C5B}"/>
              </a:ext>
            </a:extLst>
          </p:cNvPr>
          <p:cNvSpPr txBox="1"/>
          <p:nvPr/>
        </p:nvSpPr>
        <p:spPr>
          <a:xfrm>
            <a:off x="337176" y="2513370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Change: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54B830-BD3B-C36F-7B41-A74999AAEE9F}"/>
              </a:ext>
            </a:extLst>
          </p:cNvPr>
          <p:cNvSpPr txBox="1"/>
          <p:nvPr/>
        </p:nvSpPr>
        <p:spPr>
          <a:xfrm>
            <a:off x="8820553" y="249615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EBF28A-1D15-EBEE-9D96-54DB2D211E44}"/>
              </a:ext>
            </a:extLst>
          </p:cNvPr>
          <p:cNvSpPr txBox="1"/>
          <p:nvPr/>
        </p:nvSpPr>
        <p:spPr>
          <a:xfrm>
            <a:off x="4361358" y="2496152"/>
            <a:ext cx="347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80.000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50D308-D851-A712-45F1-9B51928F29F3}"/>
              </a:ext>
            </a:extLst>
          </p:cNvPr>
          <p:cNvSpPr txBox="1"/>
          <p:nvPr/>
        </p:nvSpPr>
        <p:spPr>
          <a:xfrm>
            <a:off x="337175" y="3599762"/>
            <a:ext cx="7321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Press [DEL] to CANCEL payment and continue buying.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34622E-B851-8A69-A473-7B97D421992E}"/>
              </a:ext>
            </a:extLst>
          </p:cNvPr>
          <p:cNvSpPr txBox="1"/>
          <p:nvPr/>
        </p:nvSpPr>
        <p:spPr>
          <a:xfrm>
            <a:off x="337176" y="4058859"/>
            <a:ext cx="8021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Press [KEY 0] to CANCEL buying and collect all balance.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F31CBF-12E4-764F-C3B9-2BFBB748D632}"/>
              </a:ext>
            </a:extLst>
          </p:cNvPr>
          <p:cNvSpPr txBox="1"/>
          <p:nvPr/>
        </p:nvSpPr>
        <p:spPr>
          <a:xfrm>
            <a:off x="337176" y="3173423"/>
            <a:ext cx="678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Press [ENTER] to CONFIRM payment.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660E0E-58D0-7A7B-8608-DA516808262B}"/>
              </a:ext>
            </a:extLst>
          </p:cNvPr>
          <p:cNvSpPr txBox="1"/>
          <p:nvPr/>
        </p:nvSpPr>
        <p:spPr>
          <a:xfrm>
            <a:off x="337176" y="113044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Receive: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0C21FB-8472-4B32-7A87-0C08FD3B98E7}"/>
              </a:ext>
            </a:extLst>
          </p:cNvPr>
          <p:cNvSpPr txBox="1"/>
          <p:nvPr/>
        </p:nvSpPr>
        <p:spPr>
          <a:xfrm>
            <a:off x="8820553" y="113569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97677B-CF6B-7D83-2E6A-4D626C8D9941}"/>
              </a:ext>
            </a:extLst>
          </p:cNvPr>
          <p:cNvSpPr txBox="1"/>
          <p:nvPr/>
        </p:nvSpPr>
        <p:spPr>
          <a:xfrm>
            <a:off x="4361358" y="1135699"/>
            <a:ext cx="347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9607A0F-A1E8-1C37-2776-2A3774CF5F88}"/>
              </a:ext>
            </a:extLst>
          </p:cNvPr>
          <p:cNvSpPr/>
          <p:nvPr/>
        </p:nvSpPr>
        <p:spPr>
          <a:xfrm>
            <a:off x="265176" y="1584223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602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5B755-0284-7761-AC6C-956A78196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094906-4593-C8F0-97C6-D18F013AD625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7F2126-1E85-01F9-7FB8-9EDE295DDDA3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0E77FA-B5CD-E8CE-9A94-518CDD2A973E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084C64-BF15-F9D0-AE84-75E123D8FD5B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37B0FFC-73E0-9665-FD17-4720E0BBAD97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9A6BB8D-C9F0-C471-48FC-A36F22B574B7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AEA8BA6A-4647-6334-80FA-8C2FCF84A8E4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4D7A05A-6C8D-8396-B65A-E935B8D9A9D5}"/>
              </a:ext>
            </a:extLst>
          </p:cNvPr>
          <p:cNvSpPr txBox="1"/>
          <p:nvPr/>
        </p:nvSpPr>
        <p:spPr>
          <a:xfrm>
            <a:off x="265176" y="5139082"/>
            <a:ext cx="54954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close and return to MainMenu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close and return to MainMenu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close and return to MainMenu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9, 0 -&gt; close and return to MainMenu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AA1E536C-7C1A-19EC-E155-FCF7A4248AC6}"/>
              </a:ext>
            </a:extLst>
          </p:cNvPr>
          <p:cNvSpPr txBox="1"/>
          <p:nvPr/>
        </p:nvSpPr>
        <p:spPr>
          <a:xfrm>
            <a:off x="10222600" y="473348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thanksPage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BC539-B93B-6861-A04A-43240C91CF8F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4D98AA-8140-FD0E-065C-599C7BD9937C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79AFDD-FEBD-26AD-2704-09C54F5C6790}"/>
              </a:ext>
            </a:extLst>
          </p:cNvPr>
          <p:cNvSpPr txBox="1"/>
          <p:nvPr/>
        </p:nvSpPr>
        <p:spPr>
          <a:xfrm>
            <a:off x="337176" y="4639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CLOSE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85A0CB-AEA3-60CA-1D49-600A07F59D73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1A4DFD-B758-D9D0-1EF8-EE18BA885859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C8C7B7-3D49-6C7B-D264-5884B8D18A00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315E02-A6EF-FC48-6801-75EA81C4F496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F40301-FA87-2B2E-D346-9485E1148D83}"/>
              </a:ext>
            </a:extLst>
          </p:cNvPr>
          <p:cNvSpPr txBox="1"/>
          <p:nvPr/>
        </p:nvSpPr>
        <p:spPr>
          <a:xfrm>
            <a:off x="337176" y="4047200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Change: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D84B3C-FE19-CEAA-13EA-2EB6C69A7584}"/>
              </a:ext>
            </a:extLst>
          </p:cNvPr>
          <p:cNvSpPr txBox="1"/>
          <p:nvPr/>
        </p:nvSpPr>
        <p:spPr>
          <a:xfrm>
            <a:off x="8820553" y="402998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7F2123-39FE-C3A8-E817-EAE7C4847E60}"/>
              </a:ext>
            </a:extLst>
          </p:cNvPr>
          <p:cNvSpPr txBox="1"/>
          <p:nvPr/>
        </p:nvSpPr>
        <p:spPr>
          <a:xfrm>
            <a:off x="4361358" y="4029982"/>
            <a:ext cx="347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80.000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EFAC6A-C8F1-D8E2-F9EA-1D0AB7AB5184}"/>
              </a:ext>
            </a:extLst>
          </p:cNvPr>
          <p:cNvSpPr txBox="1"/>
          <p:nvPr/>
        </p:nvSpPr>
        <p:spPr>
          <a:xfrm>
            <a:off x="2559081" y="1851761"/>
            <a:ext cx="462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Thank you for using our products!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B13513-9C1E-E1F1-4128-ED72B696CB64}"/>
              </a:ext>
            </a:extLst>
          </p:cNvPr>
          <p:cNvSpPr/>
          <p:nvPr/>
        </p:nvSpPr>
        <p:spPr>
          <a:xfrm>
            <a:off x="265176" y="3447430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6EAD86-53AC-8013-22C9-AB07481340FC}"/>
              </a:ext>
            </a:extLst>
          </p:cNvPr>
          <p:cNvSpPr txBox="1"/>
          <p:nvPr/>
        </p:nvSpPr>
        <p:spPr>
          <a:xfrm>
            <a:off x="337176" y="3605868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Please remember to collect your change (if any)…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03D748-8B23-D5E8-1432-F49F612D3C80}"/>
              </a:ext>
            </a:extLst>
          </p:cNvPr>
          <p:cNvSpPr txBox="1"/>
          <p:nvPr/>
        </p:nvSpPr>
        <p:spPr>
          <a:xfrm>
            <a:off x="3703628" y="2315066"/>
            <a:ext cx="2339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Have a nice day!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672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DBCA7-CA69-484D-CC6B-082655A09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CF9398-BF3D-C7F6-79A4-A2979247F4FA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79C68F-62F6-4A1A-1CF4-5A3EF59BF3B6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E43BA3-4409-9E53-87AC-B1734CB9BCC0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B81219-6E0B-19B4-EE57-D5420C600FDE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1602589-B65D-50B6-3C20-5DF9D1E9B418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7C66D592-BE49-F08F-DAF6-A170B45932D5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61E20BD-B36D-BB0B-5037-CDB20806DABF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7908216-A796-9AB6-4CA5-2CFF2DDB7213}"/>
              </a:ext>
            </a:extLst>
          </p:cNvPr>
          <p:cNvSpPr txBox="1"/>
          <p:nvPr/>
        </p:nvSpPr>
        <p:spPr>
          <a:xfrm>
            <a:off x="265176" y="5139082"/>
            <a:ext cx="36663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do nothing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go to thanksPage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return to PayPage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9, 0 -&gt; do nothing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CCD310F2-B17B-F31D-C6B4-017468D08411}"/>
              </a:ext>
            </a:extLst>
          </p:cNvPr>
          <p:cNvSpPr txBox="1"/>
          <p:nvPr/>
        </p:nvSpPr>
        <p:spPr>
          <a:xfrm>
            <a:off x="10120598" y="473348"/>
            <a:ext cx="2039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confirmLeavingPage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C10C7-0C9D-899A-8BB2-82E89E2B2125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B08027-41A0-F4CE-3B01-D12EDDC1A72E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37BA0-5FDD-14F4-9011-C008F667E0EE}"/>
              </a:ext>
            </a:extLst>
          </p:cNvPr>
          <p:cNvSpPr txBox="1"/>
          <p:nvPr/>
        </p:nvSpPr>
        <p:spPr>
          <a:xfrm>
            <a:off x="337176" y="463952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CANCEL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A66C46-8500-F601-2D4D-1C8BFE5CE145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A38D93-4D64-A020-4EC9-D2A7A3B4D392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09C7FD-8011-0E58-7DA6-6F0FFA983457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CEEF07-82B4-6C3C-2EC6-34D20A1902B7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F37455-0A27-E0B7-B573-BB746AB8BC0E}"/>
              </a:ext>
            </a:extLst>
          </p:cNvPr>
          <p:cNvSpPr txBox="1"/>
          <p:nvPr/>
        </p:nvSpPr>
        <p:spPr>
          <a:xfrm>
            <a:off x="2020472" y="1776537"/>
            <a:ext cx="5705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Cancel buying and collect all money back?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E54628-0D63-8654-7623-0004C40C58DC}"/>
              </a:ext>
            </a:extLst>
          </p:cNvPr>
          <p:cNvSpPr txBox="1"/>
          <p:nvPr/>
        </p:nvSpPr>
        <p:spPr>
          <a:xfrm>
            <a:off x="8281944" y="4639525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CONFIRM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88AB7D-9176-D3C4-D342-52CCD9910438}"/>
              </a:ext>
            </a:extLst>
          </p:cNvPr>
          <p:cNvSpPr txBox="1"/>
          <p:nvPr/>
        </p:nvSpPr>
        <p:spPr>
          <a:xfrm>
            <a:off x="2782824" y="2204739"/>
            <a:ext cx="4089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This action cannot be undone.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3500AD-4230-CFF1-0917-097C6707F6C6}"/>
              </a:ext>
            </a:extLst>
          </p:cNvPr>
          <p:cNvSpPr/>
          <p:nvPr/>
        </p:nvSpPr>
        <p:spPr>
          <a:xfrm>
            <a:off x="265176" y="3447430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C5066D-8D5A-37E4-617A-7E9BDCE07D10}"/>
              </a:ext>
            </a:extLst>
          </p:cNvPr>
          <p:cNvSpPr txBox="1"/>
          <p:nvPr/>
        </p:nvSpPr>
        <p:spPr>
          <a:xfrm>
            <a:off x="337176" y="4047200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Change: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A5D45E-0F53-B9F2-278A-142B761C9FCA}"/>
              </a:ext>
            </a:extLst>
          </p:cNvPr>
          <p:cNvSpPr txBox="1"/>
          <p:nvPr/>
        </p:nvSpPr>
        <p:spPr>
          <a:xfrm>
            <a:off x="8820553" y="402998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8DE140-23AF-564C-A160-0E76B0647C3A}"/>
              </a:ext>
            </a:extLst>
          </p:cNvPr>
          <p:cNvSpPr txBox="1"/>
          <p:nvPr/>
        </p:nvSpPr>
        <p:spPr>
          <a:xfrm>
            <a:off x="4361358" y="4029982"/>
            <a:ext cx="347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4EDE3D-47C8-D925-AC06-EB5B41674CB5}"/>
              </a:ext>
            </a:extLst>
          </p:cNvPr>
          <p:cNvSpPr txBox="1"/>
          <p:nvPr/>
        </p:nvSpPr>
        <p:spPr>
          <a:xfrm>
            <a:off x="337176" y="3623086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Total: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7A1E04-2629-0360-3679-85E597DD3D9C}"/>
              </a:ext>
            </a:extLst>
          </p:cNvPr>
          <p:cNvSpPr txBox="1"/>
          <p:nvPr/>
        </p:nvSpPr>
        <p:spPr>
          <a:xfrm>
            <a:off x="8820553" y="3605868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1C4885-9897-C9FC-8C7D-F48A3D2F5759}"/>
              </a:ext>
            </a:extLst>
          </p:cNvPr>
          <p:cNvSpPr txBox="1"/>
          <p:nvPr/>
        </p:nvSpPr>
        <p:spPr>
          <a:xfrm>
            <a:off x="4361358" y="3605868"/>
            <a:ext cx="347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047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3EE21-CF7B-F17C-5B44-E271F5454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F0E35F-A838-10B6-219C-389A97649701}"/>
              </a:ext>
            </a:extLst>
          </p:cNvPr>
          <p:cNvSpPr/>
          <p:nvPr/>
        </p:nvSpPr>
        <p:spPr>
          <a:xfrm>
            <a:off x="265176" y="468191"/>
            <a:ext cx="9216000" cy="46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0C49BE-8E1D-0877-4B1D-46E8215C87B9}"/>
              </a:ext>
            </a:extLst>
          </p:cNvPr>
          <p:cNvSpPr/>
          <p:nvPr/>
        </p:nvSpPr>
        <p:spPr>
          <a:xfrm>
            <a:off x="9704317" y="468191"/>
            <a:ext cx="72000" cy="46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F0DD17-093E-CF50-CFF5-249F6C030FCB}"/>
              </a:ext>
            </a:extLst>
          </p:cNvPr>
          <p:cNvSpPr txBox="1"/>
          <p:nvPr/>
        </p:nvSpPr>
        <p:spPr>
          <a:xfrm>
            <a:off x="9481176" y="988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1px</a:t>
            </a:r>
            <a:endParaRPr lang="vi-V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A92879-C6D6-FCDF-9A79-1198AADC52CB}"/>
              </a:ext>
            </a:extLst>
          </p:cNvPr>
          <p:cNvSpPr/>
          <p:nvPr/>
        </p:nvSpPr>
        <p:spPr>
          <a:xfrm>
            <a:off x="265176" y="247525"/>
            <a:ext cx="921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DD7E412-C9CF-9A84-AA3A-946D00216434}"/>
              </a:ext>
            </a:extLst>
          </p:cNvPr>
          <p:cNvSpPr/>
          <p:nvPr/>
        </p:nvSpPr>
        <p:spPr>
          <a:xfrm>
            <a:off x="265176" y="972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CABBB06-3B61-EFC4-BDA8-0AC160234F8C}"/>
              </a:ext>
            </a:extLst>
          </p:cNvPr>
          <p:cNvSpPr/>
          <p:nvPr/>
        </p:nvSpPr>
        <p:spPr>
          <a:xfrm>
            <a:off x="265176" y="4500191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5CAED5A1-DFF8-A63C-B517-20590E7F0175}"/>
              </a:ext>
            </a:extLst>
          </p:cNvPr>
          <p:cNvSpPr/>
          <p:nvPr/>
        </p:nvSpPr>
        <p:spPr>
          <a:xfrm>
            <a:off x="337176" y="1116191"/>
            <a:ext cx="9072000" cy="33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C14CFA52-D725-B93B-F993-7B5A6406E2CC}"/>
              </a:ext>
            </a:extLst>
          </p:cNvPr>
          <p:cNvSpPr txBox="1"/>
          <p:nvPr/>
        </p:nvSpPr>
        <p:spPr>
          <a:xfrm>
            <a:off x="10222600" y="47334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thanksPage</a:t>
            </a:r>
            <a:endParaRPr lang="vi-VN" dirty="0"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FD1BF5-ACEE-87D9-37A7-B8A8C2CB85A4}"/>
              </a:ext>
            </a:extLst>
          </p:cNvPr>
          <p:cNvSpPr txBox="1"/>
          <p:nvPr/>
        </p:nvSpPr>
        <p:spPr>
          <a:xfrm>
            <a:off x="337176" y="535525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HH:MM:SS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E5EC16-B613-A23B-0294-7775CAA051D9}"/>
              </a:ext>
            </a:extLst>
          </p:cNvPr>
          <p:cNvSpPr/>
          <p:nvPr/>
        </p:nvSpPr>
        <p:spPr>
          <a:xfrm>
            <a:off x="9092527" y="540191"/>
            <a:ext cx="31665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811315-0292-6B74-BE1C-1A1693E95235}"/>
              </a:ext>
            </a:extLst>
          </p:cNvPr>
          <p:cNvSpPr txBox="1"/>
          <p:nvPr/>
        </p:nvSpPr>
        <p:spPr>
          <a:xfrm>
            <a:off x="337176" y="4639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CLOSE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AD640C-465F-C832-25F1-2E7261CA120C}"/>
              </a:ext>
            </a:extLst>
          </p:cNvPr>
          <p:cNvSpPr txBox="1"/>
          <p:nvPr/>
        </p:nvSpPr>
        <p:spPr>
          <a:xfrm>
            <a:off x="8158286" y="535525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XXX %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6357CC-EAD9-25A5-7E4C-C74330675224}"/>
              </a:ext>
            </a:extLst>
          </p:cNvPr>
          <p:cNvSpPr txBox="1"/>
          <p:nvPr/>
        </p:nvSpPr>
        <p:spPr>
          <a:xfrm>
            <a:off x="3099474" y="5310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Balance: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74968D-355F-5B9D-BCEE-9E4B17048C4C}"/>
              </a:ext>
            </a:extLst>
          </p:cNvPr>
          <p:cNvSpPr txBox="1"/>
          <p:nvPr/>
        </p:nvSpPr>
        <p:spPr>
          <a:xfrm>
            <a:off x="4361358" y="531082"/>
            <a:ext cx="15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CB7E98-9B62-D980-212C-E43F9AA605AA}"/>
              </a:ext>
            </a:extLst>
          </p:cNvPr>
          <p:cNvSpPr txBox="1"/>
          <p:nvPr/>
        </p:nvSpPr>
        <p:spPr>
          <a:xfrm>
            <a:off x="5863529" y="53108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4D52AD-B554-609B-274E-2D44B31A12F5}"/>
              </a:ext>
            </a:extLst>
          </p:cNvPr>
          <p:cNvSpPr txBox="1"/>
          <p:nvPr/>
        </p:nvSpPr>
        <p:spPr>
          <a:xfrm>
            <a:off x="337176" y="4047200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Change: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D3C11A-B1B1-3090-9EBC-1DC3B1099983}"/>
              </a:ext>
            </a:extLst>
          </p:cNvPr>
          <p:cNvSpPr txBox="1"/>
          <p:nvPr/>
        </p:nvSpPr>
        <p:spPr>
          <a:xfrm>
            <a:off x="8820553" y="4029982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VND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AF7100-B111-1E23-4885-1346EC301413}"/>
              </a:ext>
            </a:extLst>
          </p:cNvPr>
          <p:cNvSpPr txBox="1"/>
          <p:nvPr/>
        </p:nvSpPr>
        <p:spPr>
          <a:xfrm>
            <a:off x="4361358" y="4029982"/>
            <a:ext cx="3470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100.000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35ABD7-23FA-2A04-9A84-F2A3FD64584E}"/>
              </a:ext>
            </a:extLst>
          </p:cNvPr>
          <p:cNvSpPr txBox="1"/>
          <p:nvPr/>
        </p:nvSpPr>
        <p:spPr>
          <a:xfrm>
            <a:off x="2963044" y="1851761"/>
            <a:ext cx="3820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We are sorry to see you go.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C70070-55DB-99F2-E7F1-9CF86AEDB042}"/>
              </a:ext>
            </a:extLst>
          </p:cNvPr>
          <p:cNvSpPr/>
          <p:nvPr/>
        </p:nvSpPr>
        <p:spPr>
          <a:xfrm>
            <a:off x="265176" y="3447430"/>
            <a:ext cx="921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3D8195-C4DB-5CA1-903A-6D884A2DC4FE}"/>
              </a:ext>
            </a:extLst>
          </p:cNvPr>
          <p:cNvSpPr txBox="1"/>
          <p:nvPr/>
        </p:nvSpPr>
        <p:spPr>
          <a:xfrm>
            <a:off x="337176" y="3605868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Please remember to collect your change (if any)…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E302FF-328A-7CC6-DBF8-08FF08CA251D}"/>
              </a:ext>
            </a:extLst>
          </p:cNvPr>
          <p:cNvSpPr txBox="1"/>
          <p:nvPr/>
        </p:nvSpPr>
        <p:spPr>
          <a:xfrm>
            <a:off x="3703628" y="2315066"/>
            <a:ext cx="2339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Have a nice day!</a:t>
            </a:r>
            <a:endParaRPr lang="vi-VN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6D2F85-32AF-7AD1-5587-362E9E19875B}"/>
              </a:ext>
            </a:extLst>
          </p:cNvPr>
          <p:cNvSpPr txBox="1"/>
          <p:nvPr/>
        </p:nvSpPr>
        <p:spPr>
          <a:xfrm>
            <a:off x="265176" y="5139082"/>
            <a:ext cx="549541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cs typeface="Cascadia Code" panose="020B0609020000020004" pitchFamily="49" charset="0"/>
              </a:rPr>
              <a:t>UP, DOWN, LEFT, RIGHT -&gt; close and return to MainMenu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ENTER -&gt; close and return to MainMenu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DELETE -&gt; close and return to MainMenu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1, 2, 3, 4, 5, 6, 7, 8, 9, 0 -&gt; close and return to MainMenu</a:t>
            </a:r>
          </a:p>
          <a:p>
            <a:r>
              <a:rPr lang="en-US" dirty="0">
                <a:latin typeface="+mj-lt"/>
                <a:cs typeface="Cascadia Code" panose="020B0609020000020004" pitchFamily="49" charset="0"/>
              </a:rPr>
              <a:t>Auto return to MainMenu after 10s</a:t>
            </a:r>
          </a:p>
        </p:txBody>
      </p:sp>
    </p:spTree>
    <p:extLst>
      <p:ext uri="{BB962C8B-B14F-4D97-AF65-F5344CB8AC3E}">
        <p14:creationId xmlns:p14="http://schemas.microsoft.com/office/powerpoint/2010/main" val="4095979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2637</Words>
  <Application>Microsoft Office PowerPoint</Application>
  <PresentationFormat>Widescreen</PresentationFormat>
  <Paragraphs>543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Cascadia Code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Hưng Thịnh Nguyễn</dc:creator>
  <cp:lastModifiedBy>Hưng Thịnh Nguyễn</cp:lastModifiedBy>
  <cp:revision>1</cp:revision>
  <dcterms:created xsi:type="dcterms:W3CDTF">2025-11-02T06:40:35Z</dcterms:created>
  <dcterms:modified xsi:type="dcterms:W3CDTF">2025-11-02T09:41:53Z</dcterms:modified>
</cp:coreProperties>
</file>