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95" r:id="rId3"/>
    <p:sldId id="256" r:id="rId4"/>
    <p:sldId id="273" r:id="rId5"/>
    <p:sldId id="279" r:id="rId6"/>
    <p:sldId id="283" r:id="rId7"/>
    <p:sldId id="284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6" r:id="rId17"/>
    <p:sldId id="297" r:id="rId18"/>
    <p:sldId id="298" r:id="rId19"/>
    <p:sldId id="299" r:id="rId20"/>
    <p:sldId id="300" r:id="rId21"/>
    <p:sldId id="302" r:id="rId22"/>
    <p:sldId id="280" r:id="rId23"/>
    <p:sldId id="281" r:id="rId24"/>
    <p:sldId id="282" r:id="rId25"/>
    <p:sldId id="278" r:id="rId26"/>
    <p:sldId id="274" r:id="rId27"/>
    <p:sldId id="258" r:id="rId28"/>
    <p:sldId id="262" r:id="rId29"/>
    <p:sldId id="261" r:id="rId30"/>
    <p:sldId id="263" r:id="rId31"/>
    <p:sldId id="265" r:id="rId32"/>
    <p:sldId id="266" r:id="rId33"/>
    <p:sldId id="264" r:id="rId34"/>
    <p:sldId id="267" r:id="rId35"/>
    <p:sldId id="260" r:id="rId36"/>
    <p:sldId id="285" r:id="rId37"/>
    <p:sldId id="286" r:id="rId38"/>
    <p:sldId id="269" r:id="rId39"/>
    <p:sldId id="259" r:id="rId40"/>
    <p:sldId id="270" r:id="rId41"/>
    <p:sldId id="271" r:id="rId42"/>
    <p:sldId id="272" r:id="rId43"/>
    <p:sldId id="277" r:id="rId44"/>
    <p:sldId id="276" r:id="rId45"/>
    <p:sldId id="275" r:id="rId46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" id="{3068B776-25CE-4149-AC15-067E20FEC74F}">
          <p14:sldIdLst>
            <p14:sldId id="257"/>
          </p14:sldIdLst>
        </p14:section>
        <p14:section name="Booting up..." id="{9BB3857E-5605-4B28-8232-CA57B8E80812}">
          <p14:sldIdLst>
            <p14:sldId id="295"/>
          </p14:sldIdLst>
        </p14:section>
        <p14:section name="MainMenu" id="{92149610-CBA5-4B26-855D-DE1CF512F3CF}">
          <p14:sldIdLst>
            <p14:sldId id="256"/>
          </p14:sldIdLst>
        </p14:section>
        <p14:section name="AdPassPage" id="{2BFCDBC1-6CF0-4340-9D99-A01CBC86CBFB}">
          <p14:sldIdLst>
            <p14:sldId id="273"/>
            <p14:sldId id="279"/>
          </p14:sldIdLst>
        </p14:section>
        <p14:section name="AdminPage" id="{2004EF47-F78F-4DCF-AAF5-5306952C8FCE}">
          <p14:sldIdLst>
            <p14:sldId id="283"/>
          </p14:sldIdLst>
        </p14:section>
        <p14:section name="Import/Export" id="{09FF6532-C52F-4CF5-868D-7EA61AE67FE6}">
          <p14:sldIdLst>
            <p14:sldId id="284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Edit Config" id="{1B131A4B-A82B-4E06-BCEB-08431B2D1F77}">
          <p14:sldIdLst>
            <p14:sldId id="296"/>
            <p14:sldId id="297"/>
          </p14:sldIdLst>
        </p14:section>
        <p14:section name="Security Log" id="{82588543-B0D7-49C6-8203-B6095EE705B7}">
          <p14:sldIdLst>
            <p14:sldId id="298"/>
            <p14:sldId id="299"/>
          </p14:sldIdLst>
        </p14:section>
        <p14:section name="Power" id="{673FF18D-DB95-4767-93B5-9E63DCA1511C}">
          <p14:sldIdLst>
            <p14:sldId id="300"/>
            <p14:sldId id="302"/>
          </p14:sldIdLst>
        </p14:section>
        <p14:section name="AdPassPage Failed" id="{3F10293B-8973-4911-A9B5-01E3911EEFA7}">
          <p14:sldIdLst>
            <p14:sldId id="280"/>
            <p14:sldId id="281"/>
          </p14:sldIdLst>
        </p14:section>
        <p14:section name="AccessDenied" id="{C6A2BE81-72AD-45E2-AF71-324E94CDB7BA}">
          <p14:sldIdLst>
            <p14:sldId id="282"/>
          </p14:sldIdLst>
        </p14:section>
        <p14:section name="MainMenu Peek" id="{84F121A6-4D98-4C4B-93A9-86AB85550BAF}">
          <p14:sldIdLst>
            <p14:sldId id="278"/>
            <p14:sldId id="274"/>
          </p14:sldIdLst>
        </p14:section>
        <p14:section name="InsertMoney" id="{C3917959-3571-4513-B8FB-5E1088F445E3}">
          <p14:sldIdLst>
            <p14:sldId id="258"/>
            <p14:sldId id="262"/>
            <p14:sldId id="261"/>
            <p14:sldId id="263"/>
            <p14:sldId id="265"/>
            <p14:sldId id="266"/>
            <p14:sldId id="264"/>
          </p14:sldIdLst>
        </p14:section>
        <p14:section name="MainMenu BuzMode" id="{3674AEDE-8F4C-44DB-BCD5-FB116ED99089}">
          <p14:sldIdLst>
            <p14:sldId id="267"/>
            <p14:sldId id="260"/>
            <p14:sldId id="285"/>
          </p14:sldIdLst>
        </p14:section>
        <p14:section name="ItemUnavailable" id="{3DB448C4-4C53-4CF6-B0C3-10997E108820}">
          <p14:sldIdLst>
            <p14:sldId id="286"/>
            <p14:sldId id="269"/>
          </p14:sldIdLst>
        </p14:section>
        <p14:section name="ItemDetail" id="{F7076CB7-A51F-49CD-9F8E-734A9925822B}">
          <p14:sldIdLst>
            <p14:sldId id="259"/>
            <p14:sldId id="270"/>
          </p14:sldIdLst>
        </p14:section>
        <p14:section name="Shop next product" id="{25205788-276B-4EAE-B496-E466FE2F1B52}">
          <p14:sldIdLst>
            <p14:sldId id="271"/>
          </p14:sldIdLst>
        </p14:section>
        <p14:section name="Checkout" id="{0689ECB1-9FE7-4E30-8C88-0FDC5FB77186}">
          <p14:sldIdLst>
            <p14:sldId id="272"/>
            <p14:sldId id="277"/>
          </p14:sldIdLst>
        </p14:section>
        <p14:section name="Cancel transaction" id="{6A38DB22-9B32-4E97-A1D9-2D19E0FE731C}">
          <p14:sldIdLst>
            <p14:sldId id="276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7836A-D074-0EB4-9CC1-286FA2EAF8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AFC9CC-71A7-3FFD-8B53-810B376B77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DD660-21DB-BC5E-E9A6-602606D00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4039B-312C-B687-8E3C-66357795D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E4BE9-6BED-48B6-2AAD-C80B4580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06220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83349-0945-90EC-3D87-C5A905F2A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87DC4-9E25-E403-20AD-DD3D19C5E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C3764-B8FB-89AD-F24B-358853227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B3668-7558-5860-B557-F886AE897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2CE0C-31BA-927A-02F8-8656B67C2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29254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7C44B-16C6-FE7E-07E9-B77F3E3F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EBD2EA-BDA1-F139-F441-DD33A9A14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F68B4-14AB-691B-CB1A-372A9D707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84CDC-B2A6-F5D5-6455-D95131620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3F951-D000-E3EA-7448-17BB3CCC9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86184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214D6-914E-A6D0-376C-46B27A4DF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7C404-49E0-4FB4-69B0-CFCB9CE872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5855A-C078-B46E-6432-A07323101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54CBA6-7F9C-7857-C26E-AD7A01CB2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EB751A-F9AF-F932-4C59-B941B4CE3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4F05A-193C-BB1E-DD4E-B3D08022F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46137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A8224-FACA-B84C-CCA1-9808844D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9485C-5BE6-5D06-F7F7-F81259D28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8D017C-D299-A3FB-30C0-D35EF88B9E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63BCC1-6413-B6FC-69EF-FD098EB4E7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11FA4A-A60E-2A2E-D31D-FDD53178E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284E1A-A4D8-17DC-E709-E3BA69E62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72152C-22E7-EA49-7296-29F687257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EA787-FEF3-8BC9-E9CA-56DB851E2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13625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C4187-1C5B-1D5B-E7EB-ED8C2FB4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63619-6718-9A3E-07D6-BDD2FCCDC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F04B0C-50D8-2B0A-03A8-40BD5B7AE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3B8A5-23CD-F90B-085D-0DC9F6FC7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46232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6F2017-CA57-496A-5097-9EB24B605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EDA3BC-B5EF-5EE8-E9FD-78AFD0378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27AAB-8383-1491-0545-D9DFDF4AB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97992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29EEE-88FC-E4F8-1B1F-BC4D68D71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1D905-557B-7DF8-267D-7E48787D7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CE67B-BF59-6C3F-AFDA-B20F058C0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96A29-0833-328D-CBD4-29FD34A7E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86CCFB-8209-1746-0D6A-0BE49DE0E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3AF1B-3FA4-8749-2D0E-7E767277E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73753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818A0-3531-8252-859F-9F7492553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A1CE7A-123F-E060-7F8D-2E75AC2B9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8EB8E-3FD4-5CB2-234C-5A2BD3FA7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44B387-CC0D-E5ED-E286-4506925B3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52991D-EB12-7D91-E4EE-0BA48EDF5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64CD72-832D-1444-5BBE-4D6A745BB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4485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639FB-9110-E165-AED5-9667FFBE7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B411ED-585A-A739-5BD5-C6A8A96EE9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493FB-5E18-A271-B039-E500A09FD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41264-E0C0-AEDC-8309-C6403F0D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D960D7-19BC-DB36-9751-F801AA02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48762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7ED66-C4A3-E875-12DF-E40C128DD8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13001-E351-801D-F3E7-404D968768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09964-D8A7-6535-2564-825A6FB4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13D08-3617-3541-3E07-D25D01BFB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B21C7-1CFB-CF57-EDD2-CEDC8DF52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671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5A1F21-DF11-5027-7F58-7A9121D89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0FE53-CBC8-FE50-0B0B-66BA521B5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9D13A-CD87-AC7C-CA74-6A9D6DDFCA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4D0DF7-FECE-492F-9A8A-74CD7F59296A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F4F08-F9D0-3A82-6F53-17F3953330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AA316-0B8D-69FB-A099-88F99F9182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667A-03D0-40FC-AF13-AB36B2D02FF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7831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AA871-DB6D-3279-48EE-265786D6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3F771A-C566-F813-A02C-830488A9C7B1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67E9B0-3FB2-B0DE-F464-35F2B300F897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A7F3B9-A78B-CD1F-34B3-CAE3E047EA15}"/>
              </a:ext>
            </a:extLst>
          </p:cNvPr>
          <p:cNvSpPr txBox="1"/>
          <p:nvPr/>
        </p:nvSpPr>
        <p:spPr>
          <a:xfrm>
            <a:off x="9481176" y="98859"/>
            <a:ext cx="51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1px</a:t>
            </a:r>
            <a:endParaRPr lang="vi-VN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E503CD-DBCC-E38D-E57E-8FB386AFFF84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3ACB2FC-F14C-887F-A3CF-D9F51A48796A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DA4C2BA-E84F-4F40-FD90-FCB4384514E8}"/>
              </a:ext>
            </a:extLst>
          </p:cNvPr>
          <p:cNvSpPr/>
          <p:nvPr/>
        </p:nvSpPr>
        <p:spPr>
          <a:xfrm>
            <a:off x="265176" y="111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7F80573-58B3-11DA-FB39-5EDF4DCBAFD2}"/>
              </a:ext>
            </a:extLst>
          </p:cNvPr>
          <p:cNvSpPr/>
          <p:nvPr/>
        </p:nvSpPr>
        <p:spPr>
          <a:xfrm>
            <a:off x="265176" y="118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41156F8-8E0B-FEBE-6DF2-B61BAECE1F8D}"/>
              </a:ext>
            </a:extLst>
          </p:cNvPr>
          <p:cNvSpPr/>
          <p:nvPr/>
        </p:nvSpPr>
        <p:spPr>
          <a:xfrm>
            <a:off x="265176" y="126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22A73A7-70B2-A149-D0AE-0EA13C8B9508}"/>
              </a:ext>
            </a:extLst>
          </p:cNvPr>
          <p:cNvSpPr/>
          <p:nvPr/>
        </p:nvSpPr>
        <p:spPr>
          <a:xfrm>
            <a:off x="265176" y="133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DAA2CAC-FC96-A3D7-0D05-4A3DD9B45094}"/>
              </a:ext>
            </a:extLst>
          </p:cNvPr>
          <p:cNvSpPr/>
          <p:nvPr/>
        </p:nvSpPr>
        <p:spPr>
          <a:xfrm>
            <a:off x="265176" y="140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96A0815C-5EB9-CA71-757F-91CB45847CE2}"/>
              </a:ext>
            </a:extLst>
          </p:cNvPr>
          <p:cNvSpPr/>
          <p:nvPr/>
        </p:nvSpPr>
        <p:spPr>
          <a:xfrm>
            <a:off x="265176" y="147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79F76C9-553E-77A7-3A10-8FDEDCD57EBE}"/>
              </a:ext>
            </a:extLst>
          </p:cNvPr>
          <p:cNvSpPr/>
          <p:nvPr/>
        </p:nvSpPr>
        <p:spPr>
          <a:xfrm>
            <a:off x="265176" y="154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03690CA-870E-6692-CE14-F63A29620A54}"/>
              </a:ext>
            </a:extLst>
          </p:cNvPr>
          <p:cNvSpPr/>
          <p:nvPr/>
        </p:nvSpPr>
        <p:spPr>
          <a:xfrm>
            <a:off x="265176" y="162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22E106-E6B3-46BF-2919-3B9D5E174316}"/>
              </a:ext>
            </a:extLst>
          </p:cNvPr>
          <p:cNvSpPr/>
          <p:nvPr/>
        </p:nvSpPr>
        <p:spPr>
          <a:xfrm>
            <a:off x="265176" y="169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4E8CCC0-5ED0-54D3-473D-CC1DE1F95D2F}"/>
              </a:ext>
            </a:extLst>
          </p:cNvPr>
          <p:cNvSpPr/>
          <p:nvPr/>
        </p:nvSpPr>
        <p:spPr>
          <a:xfrm>
            <a:off x="265176" y="176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74040AC9-564F-7332-516F-0F81691761F8}"/>
              </a:ext>
            </a:extLst>
          </p:cNvPr>
          <p:cNvSpPr/>
          <p:nvPr/>
        </p:nvSpPr>
        <p:spPr>
          <a:xfrm>
            <a:off x="265176" y="183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6AB9F2-1D11-408F-B304-94FEB73CB90F}"/>
              </a:ext>
            </a:extLst>
          </p:cNvPr>
          <p:cNvSpPr/>
          <p:nvPr/>
        </p:nvSpPr>
        <p:spPr>
          <a:xfrm>
            <a:off x="265176" y="190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E0EFEFE-86AD-55CA-6D85-727871F33B6F}"/>
              </a:ext>
            </a:extLst>
          </p:cNvPr>
          <p:cNvSpPr/>
          <p:nvPr/>
        </p:nvSpPr>
        <p:spPr>
          <a:xfrm>
            <a:off x="265176" y="198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E7F719B-8CA5-0CCF-029B-2DD109F47631}"/>
              </a:ext>
            </a:extLst>
          </p:cNvPr>
          <p:cNvSpPr/>
          <p:nvPr/>
        </p:nvSpPr>
        <p:spPr>
          <a:xfrm>
            <a:off x="265176" y="205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C6CFD8E-FD29-8704-32E3-32FCBD0EE17B}"/>
              </a:ext>
            </a:extLst>
          </p:cNvPr>
          <p:cNvSpPr/>
          <p:nvPr/>
        </p:nvSpPr>
        <p:spPr>
          <a:xfrm>
            <a:off x="265176" y="212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58BD723D-BF26-4B85-5520-A6B485629ACF}"/>
              </a:ext>
            </a:extLst>
          </p:cNvPr>
          <p:cNvSpPr/>
          <p:nvPr/>
        </p:nvSpPr>
        <p:spPr>
          <a:xfrm>
            <a:off x="265176" y="219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F1F65D0-EC37-EF2C-0244-2554507DF150}"/>
              </a:ext>
            </a:extLst>
          </p:cNvPr>
          <p:cNvSpPr/>
          <p:nvPr/>
        </p:nvSpPr>
        <p:spPr>
          <a:xfrm>
            <a:off x="265176" y="226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733615D-5A23-373F-6635-A1C91A4DB891}"/>
              </a:ext>
            </a:extLst>
          </p:cNvPr>
          <p:cNvSpPr/>
          <p:nvPr/>
        </p:nvSpPr>
        <p:spPr>
          <a:xfrm>
            <a:off x="265176" y="234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43E5D09-F67B-2841-1EF0-6CBCA630E61D}"/>
              </a:ext>
            </a:extLst>
          </p:cNvPr>
          <p:cNvSpPr/>
          <p:nvPr/>
        </p:nvSpPr>
        <p:spPr>
          <a:xfrm>
            <a:off x="265176" y="241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E1156C4-CE9E-E064-38E8-AE9494E71B29}"/>
              </a:ext>
            </a:extLst>
          </p:cNvPr>
          <p:cNvSpPr/>
          <p:nvPr/>
        </p:nvSpPr>
        <p:spPr>
          <a:xfrm>
            <a:off x="265176" y="248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BFAB464-83F4-AA96-0D00-AB17072BEE8F}"/>
              </a:ext>
            </a:extLst>
          </p:cNvPr>
          <p:cNvSpPr/>
          <p:nvPr/>
        </p:nvSpPr>
        <p:spPr>
          <a:xfrm>
            <a:off x="265176" y="255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B6B95070-FCCC-42E7-7C77-38F8680BAF42}"/>
              </a:ext>
            </a:extLst>
          </p:cNvPr>
          <p:cNvSpPr/>
          <p:nvPr/>
        </p:nvSpPr>
        <p:spPr>
          <a:xfrm>
            <a:off x="265176" y="262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25A1BC2-FB67-E1D5-2C71-16BFAC25E35F}"/>
              </a:ext>
            </a:extLst>
          </p:cNvPr>
          <p:cNvSpPr/>
          <p:nvPr/>
        </p:nvSpPr>
        <p:spPr>
          <a:xfrm>
            <a:off x="265176" y="27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455DA441-5AB4-26C7-0A25-E25CA1B72970}"/>
              </a:ext>
            </a:extLst>
          </p:cNvPr>
          <p:cNvSpPr/>
          <p:nvPr/>
        </p:nvSpPr>
        <p:spPr>
          <a:xfrm>
            <a:off x="265176" y="27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697553E3-4005-C9E3-BA20-12AF1B484E68}"/>
              </a:ext>
            </a:extLst>
          </p:cNvPr>
          <p:cNvSpPr/>
          <p:nvPr/>
        </p:nvSpPr>
        <p:spPr>
          <a:xfrm>
            <a:off x="265176" y="284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4931F18-E275-A20A-DD02-F617CEBD2162}"/>
              </a:ext>
            </a:extLst>
          </p:cNvPr>
          <p:cNvSpPr/>
          <p:nvPr/>
        </p:nvSpPr>
        <p:spPr>
          <a:xfrm>
            <a:off x="265176" y="291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9F7A5E7E-73B4-DF4D-B788-A9F5FE39B0BC}"/>
              </a:ext>
            </a:extLst>
          </p:cNvPr>
          <p:cNvSpPr/>
          <p:nvPr/>
        </p:nvSpPr>
        <p:spPr>
          <a:xfrm>
            <a:off x="265176" y="298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9BCFFDDE-3881-3C3D-B8D0-502EF814F6AA}"/>
              </a:ext>
            </a:extLst>
          </p:cNvPr>
          <p:cNvSpPr/>
          <p:nvPr/>
        </p:nvSpPr>
        <p:spPr>
          <a:xfrm>
            <a:off x="265176" y="306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CDED43A-308B-B422-064A-A4D85C742B25}"/>
              </a:ext>
            </a:extLst>
          </p:cNvPr>
          <p:cNvSpPr/>
          <p:nvPr/>
        </p:nvSpPr>
        <p:spPr>
          <a:xfrm>
            <a:off x="265176" y="313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161EEA3-0B8D-073D-8AAF-F125E2E567DC}"/>
              </a:ext>
            </a:extLst>
          </p:cNvPr>
          <p:cNvSpPr/>
          <p:nvPr/>
        </p:nvSpPr>
        <p:spPr>
          <a:xfrm>
            <a:off x="265176" y="320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AD9FF10-A95E-7A1D-740F-D96F1414945A}"/>
              </a:ext>
            </a:extLst>
          </p:cNvPr>
          <p:cNvSpPr/>
          <p:nvPr/>
        </p:nvSpPr>
        <p:spPr>
          <a:xfrm>
            <a:off x="265176" y="327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45BBE4E-304C-17F4-0015-A1E31A59590C}"/>
              </a:ext>
            </a:extLst>
          </p:cNvPr>
          <p:cNvSpPr/>
          <p:nvPr/>
        </p:nvSpPr>
        <p:spPr>
          <a:xfrm>
            <a:off x="265176" y="334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AF70A857-411B-3F47-E084-46B62D80E42A}"/>
              </a:ext>
            </a:extLst>
          </p:cNvPr>
          <p:cNvSpPr/>
          <p:nvPr/>
        </p:nvSpPr>
        <p:spPr>
          <a:xfrm>
            <a:off x="265176" y="342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CC4CE8FF-C42E-4F19-3F8C-144EA694E488}"/>
              </a:ext>
            </a:extLst>
          </p:cNvPr>
          <p:cNvSpPr/>
          <p:nvPr/>
        </p:nvSpPr>
        <p:spPr>
          <a:xfrm>
            <a:off x="265176" y="349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81B66993-82E2-A170-77CC-ABA2BE77B947}"/>
              </a:ext>
            </a:extLst>
          </p:cNvPr>
          <p:cNvSpPr/>
          <p:nvPr/>
        </p:nvSpPr>
        <p:spPr>
          <a:xfrm>
            <a:off x="265176" y="356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CC8359A7-E083-4FC1-FCD1-251CBDD1478F}"/>
              </a:ext>
            </a:extLst>
          </p:cNvPr>
          <p:cNvSpPr/>
          <p:nvPr/>
        </p:nvSpPr>
        <p:spPr>
          <a:xfrm>
            <a:off x="265176" y="363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AC51DCE-1575-81F5-3FC1-2D3914B7B041}"/>
              </a:ext>
            </a:extLst>
          </p:cNvPr>
          <p:cNvSpPr/>
          <p:nvPr/>
        </p:nvSpPr>
        <p:spPr>
          <a:xfrm>
            <a:off x="265176" y="370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FB03A503-C093-1FE5-3AFF-A1600224E01D}"/>
              </a:ext>
            </a:extLst>
          </p:cNvPr>
          <p:cNvSpPr/>
          <p:nvPr/>
        </p:nvSpPr>
        <p:spPr>
          <a:xfrm>
            <a:off x="265176" y="378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27EE24D-FD6A-8D17-6CE9-13FFBA8938D9}"/>
              </a:ext>
            </a:extLst>
          </p:cNvPr>
          <p:cNvSpPr/>
          <p:nvPr/>
        </p:nvSpPr>
        <p:spPr>
          <a:xfrm>
            <a:off x="265176" y="385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9D1F072-8DE0-3393-7B0A-8478FC22D4A6}"/>
              </a:ext>
            </a:extLst>
          </p:cNvPr>
          <p:cNvSpPr/>
          <p:nvPr/>
        </p:nvSpPr>
        <p:spPr>
          <a:xfrm>
            <a:off x="265176" y="392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425C850F-5A8C-99AB-4A68-0CE8EEAEBB86}"/>
              </a:ext>
            </a:extLst>
          </p:cNvPr>
          <p:cNvSpPr/>
          <p:nvPr/>
        </p:nvSpPr>
        <p:spPr>
          <a:xfrm>
            <a:off x="265176" y="399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EA6A39BB-2F87-ED7E-3B12-1C898194C032}"/>
              </a:ext>
            </a:extLst>
          </p:cNvPr>
          <p:cNvSpPr/>
          <p:nvPr/>
        </p:nvSpPr>
        <p:spPr>
          <a:xfrm>
            <a:off x="265176" y="4068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E64315D-6710-398F-066F-FEC2F2E946C2}"/>
              </a:ext>
            </a:extLst>
          </p:cNvPr>
          <p:cNvSpPr/>
          <p:nvPr/>
        </p:nvSpPr>
        <p:spPr>
          <a:xfrm>
            <a:off x="265176" y="414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F2D79F3E-CB82-EF58-0E1E-0554476E830A}"/>
              </a:ext>
            </a:extLst>
          </p:cNvPr>
          <p:cNvSpPr/>
          <p:nvPr/>
        </p:nvSpPr>
        <p:spPr>
          <a:xfrm>
            <a:off x="265176" y="421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D4B6B30-FFFD-507B-75FD-4073A7484302}"/>
              </a:ext>
            </a:extLst>
          </p:cNvPr>
          <p:cNvSpPr/>
          <p:nvPr/>
        </p:nvSpPr>
        <p:spPr>
          <a:xfrm>
            <a:off x="265176" y="4284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5BA77346-6261-CE6A-5C6F-A35680722140}"/>
              </a:ext>
            </a:extLst>
          </p:cNvPr>
          <p:cNvSpPr/>
          <p:nvPr/>
        </p:nvSpPr>
        <p:spPr>
          <a:xfrm>
            <a:off x="265176" y="4356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500DDF0-C56E-47B2-B663-F0339F9D388A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07614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DB21D-C712-95D7-25D9-C2046441F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70DEE6-301A-6601-23FD-A19230FDE40C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47BEE-F2AA-74B7-9962-2846568FC55B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E68B5-0657-F2E4-C24F-26B08EDB7240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9FAFC-17B2-AF48-1ED5-BA1A57E5E671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EB75AEAD-EA4D-707D-2B9F-5D863BCFC1BC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B95C6FA-D5C8-C09B-B07B-6F58F32D865F}"/>
              </a:ext>
            </a:extLst>
          </p:cNvPr>
          <p:cNvSpPr txBox="1"/>
          <p:nvPr/>
        </p:nvSpPr>
        <p:spPr>
          <a:xfrm>
            <a:off x="265176" y="5224857"/>
            <a:ext cx="115772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Keyboard touch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This is a just a screen, the system might not actually be booting up but giving it some 5 secs startup delay will let it runs cool</a:t>
            </a:r>
          </a:p>
          <a:p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DD121A9-954C-9F9B-883F-99832B85B0F8}"/>
              </a:ext>
            </a:extLst>
          </p:cNvPr>
          <p:cNvSpPr txBox="1"/>
          <p:nvPr/>
        </p:nvSpPr>
        <p:spPr>
          <a:xfrm>
            <a:off x="10222600" y="473348"/>
            <a:ext cx="1168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+mj-lt"/>
                <a:cs typeface="Cascadia Code" panose="020B0609020000020004" pitchFamily="49" charset="0"/>
              </a:rPr>
              <a:t>BootingUp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9AC647-43BE-E4D0-1C66-2C7865248B31}"/>
              </a:ext>
            </a:extLst>
          </p:cNvPr>
          <p:cNvSpPr txBox="1"/>
          <p:nvPr/>
        </p:nvSpPr>
        <p:spPr>
          <a:xfrm>
            <a:off x="4180411" y="2587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Starting…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0364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0282B4D-0387-6535-B65B-2D543F81A633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27943D-DC74-A4D7-E438-0264C84BD5CB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14A1EE-1CAF-B9E2-0C96-4F74AD612CA8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86CD0A-7E52-3C33-3B62-A27A0C9B1D1A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8DB9A0D1-914E-4146-44A6-2633AD7688E9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97BD63D-7C57-9D92-5A91-A1F39334E742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680E0C7C-1EE1-3A9A-8588-3A99B3875A4A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B3ADC58-9E5E-818E-0E51-D88DCB51C000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20C846D-0F83-0017-B2E1-053E82E2A74A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391931F5-1A64-998F-91AD-873F5B83699E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65E33E30-22B2-238A-BF49-32E62225FF99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75BA0B23-60BC-5F0D-9413-373743E06E6E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83DDEDB1-8F33-E333-734F-87E4B61B7301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77B7711D-9DDD-BA1B-BBB3-51C118E0AB47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7062328C-4E85-5D3F-1896-66A0E03B3C53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9FE6665D-C989-0C7F-2EC4-CFCE01A2F062}"/>
              </a:ext>
            </a:extLst>
          </p:cNvPr>
          <p:cNvSpPr txBox="1"/>
          <p:nvPr/>
        </p:nvSpPr>
        <p:spPr>
          <a:xfrm>
            <a:off x="265176" y="5224857"/>
            <a:ext cx="645240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the pointer around and select item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the ItemDetailPage[x]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9 -&gt; pressed then open InsertMoneyPage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0 -&gt; pressed then open AdPassPage (only if the balance is 0)</a:t>
            </a:r>
          </a:p>
          <a:p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71E12D3-298F-127D-E777-88BE9267AE4B}"/>
              </a:ext>
            </a:extLst>
          </p:cNvPr>
          <p:cNvSpPr txBox="1"/>
          <p:nvPr/>
        </p:nvSpPr>
        <p:spPr>
          <a:xfrm>
            <a:off x="10222600" y="473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MainMenu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CCD562D-2E20-79F0-B086-22980EFB6402}"/>
              </a:ext>
            </a:extLst>
          </p:cNvPr>
          <p:cNvSpPr txBox="1"/>
          <p:nvPr/>
        </p:nvSpPr>
        <p:spPr>
          <a:xfrm>
            <a:off x="10222600" y="1116190"/>
            <a:ext cx="1897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Point at ID 1 if lastID is null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 16 item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BD4F7F3-BFC5-4A13-B49C-E271916097E6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4B5F3C1-E0B6-1DD7-3D8D-EFB7D8C2C2AD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9F6DF4E-5C73-1DF0-7F74-EF130484CD7E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05EB365-D4BF-4639-9BD1-5BB49E05BAE8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E853D624-9896-366B-9EE0-B61742383FC7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16398A4F-2A29-F272-C727-1072EF329ED8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413BF65-5248-E4B7-4742-DC59067600B9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B9DFEFB-6D80-63CF-449D-2D0EF72A2DE3}"/>
              </a:ext>
            </a:extLst>
          </p:cNvPr>
          <p:cNvSpPr txBox="1"/>
          <p:nvPr/>
        </p:nvSpPr>
        <p:spPr>
          <a:xfrm>
            <a:off x="337176" y="4639525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U D L R to MOVE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92E983F-525C-CEB7-EA80-91E1834065A6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1699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FB499-09DC-7600-DD7B-32374F82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1F91BD-81BE-3CA6-F461-D43A02D17ED0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50220-222F-A086-CC79-99293F4C97DB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381486-1F7A-723E-E32B-9D102436DB3E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98660D-326A-7005-0008-E9F4D7C1ACCA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806FCDA-4246-C3D3-6038-A0D50E14A846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AE95C78-A4F8-0E2B-FF71-4D653E38BEE6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4CFA5A1C-36FF-392B-9962-676756E254AF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1E84EF2-DD40-DBFA-D619-0DC935343E77}"/>
              </a:ext>
            </a:extLst>
          </p:cNvPr>
          <p:cNvSpPr txBox="1"/>
          <p:nvPr/>
        </p:nvSpPr>
        <p:spPr>
          <a:xfrm>
            <a:off x="265176" y="5139082"/>
            <a:ext cx="118049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input to PIN field as secret passcode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submit PIN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chars, if the field is null, press DEL will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to Pin field as secret passcode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PIN field validation (passcode stored as plaintext but can be alternated in ConfigPage, required to have 8 chars included numbers and arrows, display as “*” instead of plaintext, no hide/unhide action to skim through the PIN while entering)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6AA458D-CD82-17E6-1C68-D2DA0AD21F42}"/>
              </a:ext>
            </a:extLst>
          </p:cNvPr>
          <p:cNvSpPr txBox="1"/>
          <p:nvPr/>
        </p:nvSpPr>
        <p:spPr>
          <a:xfrm>
            <a:off x="10222600" y="473348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AdPassPage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C0EF8F-A40D-5C06-3BAD-C51BE3E4010D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BA22C8-8918-F8F6-86E2-A263D51D53C6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64DB3B-6449-0220-DD5E-4BBBFC29D848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5E0CC4-32B4-55F4-1DD8-FA0751E3DFC8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758DF9-7375-C37B-0FBD-EA961AAAB3E8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26A5FB-15A8-5DF3-4188-DA5F186FC464}"/>
              </a:ext>
            </a:extLst>
          </p:cNvPr>
          <p:cNvSpPr txBox="1"/>
          <p:nvPr/>
        </p:nvSpPr>
        <p:spPr>
          <a:xfrm>
            <a:off x="4107583" y="1204745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 PIN: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CE5573-20C1-D4C5-44E2-D0AB445EB0CB}"/>
              </a:ext>
            </a:extLst>
          </p:cNvPr>
          <p:cNvSpPr txBox="1"/>
          <p:nvPr/>
        </p:nvSpPr>
        <p:spPr>
          <a:xfrm>
            <a:off x="4034537" y="2822559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attempt(s) left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B292DF-E949-D1CD-E507-96527F2B04CE}"/>
              </a:ext>
            </a:extLst>
          </p:cNvPr>
          <p:cNvSpPr txBox="1"/>
          <p:nvPr/>
        </p:nvSpPr>
        <p:spPr>
          <a:xfrm>
            <a:off x="3137946" y="1693196"/>
            <a:ext cx="3470460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A8E8671-9BBF-36C6-D669-82EA2CDDFB4A}"/>
              </a:ext>
            </a:extLst>
          </p:cNvPr>
          <p:cNvSpPr/>
          <p:nvPr/>
        </p:nvSpPr>
        <p:spPr>
          <a:xfrm>
            <a:off x="265176" y="33781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E99D5D-CA67-D330-3C28-91D330768117}"/>
              </a:ext>
            </a:extLst>
          </p:cNvPr>
          <p:cNvSpPr txBox="1"/>
          <p:nvPr/>
        </p:nvSpPr>
        <p:spPr>
          <a:xfrm>
            <a:off x="3637123" y="2819023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11A71E-CB53-99C9-3B41-3B67F440499B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839238-D765-1F03-C4F2-184C521B49D7}"/>
              </a:ext>
            </a:extLst>
          </p:cNvPr>
          <p:cNvSpPr txBox="1"/>
          <p:nvPr/>
        </p:nvSpPr>
        <p:spPr>
          <a:xfrm>
            <a:off x="1385932" y="3594197"/>
            <a:ext cx="7872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Violations of private property rights will be prosecuted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EE14AA-DDCA-451A-590F-4C2A0E3FAE3F}"/>
              </a:ext>
            </a:extLst>
          </p:cNvPr>
          <p:cNvSpPr txBox="1"/>
          <p:nvPr/>
        </p:nvSpPr>
        <p:spPr>
          <a:xfrm>
            <a:off x="1385932" y="4011194"/>
            <a:ext cx="6736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 the fullest extent of the law.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5D126D-05C8-F72B-2A20-E63AFA210795}"/>
              </a:ext>
            </a:extLst>
          </p:cNvPr>
          <p:cNvSpPr/>
          <p:nvPr/>
        </p:nvSpPr>
        <p:spPr>
          <a:xfrm>
            <a:off x="337176" y="3522197"/>
            <a:ext cx="913774" cy="9137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!</a:t>
            </a:r>
            <a:endParaRPr lang="vi-VN" sz="6600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788497-8529-112C-B650-BA3C06DFF21A}"/>
              </a:ext>
            </a:extLst>
          </p:cNvPr>
          <p:cNvSpPr txBox="1"/>
          <p:nvPr/>
        </p:nvSpPr>
        <p:spPr>
          <a:xfrm>
            <a:off x="10069799" y="1116190"/>
            <a:ext cx="18570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Attempt = 6 if lastAttempt &lt;= 0 else attempt = lastAttempt.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Reset every 2 hours</a:t>
            </a:r>
          </a:p>
        </p:txBody>
      </p:sp>
    </p:spTree>
    <p:extLst>
      <p:ext uri="{BB962C8B-B14F-4D97-AF65-F5344CB8AC3E}">
        <p14:creationId xmlns:p14="http://schemas.microsoft.com/office/powerpoint/2010/main" val="2224803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935F-7B3E-7DB6-3CD6-1967E2FAB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D9CE4F-7A2C-0F94-0948-CE2D3998FE4D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3CB99D-6A06-5EE9-2F32-9D3C8BB65AE0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DF6F9E-7EB1-F903-FAE0-F880F7A93D2B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DBBDD-4B7C-E014-42FC-98F4854A2E3C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ED67094-42D6-7CC7-3F5D-72BD4F2E3E97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8E5068E0-93E6-BA55-0CBE-73DBFE9DF873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CC011E36-CE28-A459-8BA0-63430AAC72CB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7CAECE9-72FE-7ACE-2565-B8BFA81C3FE5}"/>
              </a:ext>
            </a:extLst>
          </p:cNvPr>
          <p:cNvSpPr txBox="1"/>
          <p:nvPr/>
        </p:nvSpPr>
        <p:spPr>
          <a:xfrm>
            <a:off x="265176" y="5139082"/>
            <a:ext cx="118049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input to PIN field as secret passcode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submit PIN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chars, if the field is null, press DEL will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to Pin field as secret passcode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PIN field validation (passcode stored as plaintext but can be alternated in ConfigPage, required to have 8 chars included numbers and arrows, display as “*” instead of plaintext, no hide/unhide action to skim through the PIN while entering)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E8FA43BF-6EEB-4647-E1B5-CE5C359A50D7}"/>
              </a:ext>
            </a:extLst>
          </p:cNvPr>
          <p:cNvSpPr txBox="1"/>
          <p:nvPr/>
        </p:nvSpPr>
        <p:spPr>
          <a:xfrm>
            <a:off x="10222600" y="473348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AdPassPage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1BE3E8-CBEE-F1DF-F2F6-031C4D225FAE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42CBF7-46CB-FBE3-26F1-47233EB8D2C8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8DD39F-3267-1F9D-52C2-E5CC3C140B71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E5F29-2430-8114-E368-FAD32832ED10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A7D0B1-2A1A-5948-913E-A9E91B02125B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A7309A-63C7-BA57-D9F3-EC68AF337B0E}"/>
              </a:ext>
            </a:extLst>
          </p:cNvPr>
          <p:cNvSpPr txBox="1"/>
          <p:nvPr/>
        </p:nvSpPr>
        <p:spPr>
          <a:xfrm>
            <a:off x="4107583" y="1204745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 PIN: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8F2F04-AD61-E608-7D1B-0F8375F8C20F}"/>
              </a:ext>
            </a:extLst>
          </p:cNvPr>
          <p:cNvSpPr txBox="1"/>
          <p:nvPr/>
        </p:nvSpPr>
        <p:spPr>
          <a:xfrm>
            <a:off x="4034537" y="2822559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attempt(s) left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A0E100-F724-A20B-24DE-C3FC795D5695}"/>
              </a:ext>
            </a:extLst>
          </p:cNvPr>
          <p:cNvSpPr/>
          <p:nvPr/>
        </p:nvSpPr>
        <p:spPr>
          <a:xfrm>
            <a:off x="265176" y="33781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A0EC73-59D9-4130-8592-30E61CBCAE03}"/>
              </a:ext>
            </a:extLst>
          </p:cNvPr>
          <p:cNvSpPr txBox="1"/>
          <p:nvPr/>
        </p:nvSpPr>
        <p:spPr>
          <a:xfrm>
            <a:off x="3637123" y="2819023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69FAE8-BE72-C7D1-19D8-6C238D06EF41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934F0D-D0DA-F301-684B-73ADE19C46CC}"/>
              </a:ext>
            </a:extLst>
          </p:cNvPr>
          <p:cNvSpPr txBox="1"/>
          <p:nvPr/>
        </p:nvSpPr>
        <p:spPr>
          <a:xfrm>
            <a:off x="1385932" y="3594197"/>
            <a:ext cx="7872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Violations of private property rights will be prosecuted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35DC9A-ED09-162B-6329-D607B9D36868}"/>
              </a:ext>
            </a:extLst>
          </p:cNvPr>
          <p:cNvSpPr txBox="1"/>
          <p:nvPr/>
        </p:nvSpPr>
        <p:spPr>
          <a:xfrm>
            <a:off x="1385932" y="4011194"/>
            <a:ext cx="6736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 the fullest extent of the law.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ED444C-B4E8-60F5-54EE-D9B8E7FF3DAD}"/>
              </a:ext>
            </a:extLst>
          </p:cNvPr>
          <p:cNvSpPr/>
          <p:nvPr/>
        </p:nvSpPr>
        <p:spPr>
          <a:xfrm>
            <a:off x="337176" y="3522197"/>
            <a:ext cx="913774" cy="9137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!</a:t>
            </a:r>
            <a:endParaRPr lang="vi-VN" sz="6600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48C197-8398-6D36-35E3-C3D5E0DD71B3}"/>
              </a:ext>
            </a:extLst>
          </p:cNvPr>
          <p:cNvSpPr txBox="1"/>
          <p:nvPr/>
        </p:nvSpPr>
        <p:spPr>
          <a:xfrm>
            <a:off x="3137946" y="1693196"/>
            <a:ext cx="3470460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 * * * * * * *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153443-8B24-41C9-9833-524713226B31}"/>
              </a:ext>
            </a:extLst>
          </p:cNvPr>
          <p:cNvSpPr txBox="1"/>
          <p:nvPr/>
        </p:nvSpPr>
        <p:spPr>
          <a:xfrm>
            <a:off x="10069799" y="1116190"/>
            <a:ext cx="18570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Attempt = 6 if lastAttempt &lt;= 0 else attempt = lastAttempt.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Reset every 2 hours</a:t>
            </a:r>
          </a:p>
        </p:txBody>
      </p:sp>
    </p:spTree>
    <p:extLst>
      <p:ext uri="{BB962C8B-B14F-4D97-AF65-F5344CB8AC3E}">
        <p14:creationId xmlns:p14="http://schemas.microsoft.com/office/powerpoint/2010/main" val="1060066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0CEEB-24F3-E9C6-153B-C59AC85FD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D5E4E3-974C-D5B9-9B92-FFCDD6E31CB8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EE11BC-147D-4DF6-D94F-E95DF0D9ECFA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7AC203-51B9-4386-27A7-329A40149C43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00D1E7-DFFE-0762-978F-049A3FB0E21D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2C8E2E9-4DDA-7AA8-2643-F05C978B6185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39C2EAF5-F295-13AA-5BFE-E359CC051A5E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DEF503C9-A888-0190-96EA-524F30E909DC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CAFB67C-C69D-1B1C-7743-6C0C4BE052AB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MainMenu (access Admin mode will require PIN typed again)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75416B1F-482B-2357-F201-6A244BFF605F}"/>
              </a:ext>
            </a:extLst>
          </p:cNvPr>
          <p:cNvSpPr txBox="1"/>
          <p:nvPr/>
        </p:nvSpPr>
        <p:spPr>
          <a:xfrm>
            <a:off x="10222600" y="47334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AdminPage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03DC69-DC72-65D0-D1DE-C77F9A503323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82F976-7988-1A09-F18F-52352CF4C3D3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D403F4-02F6-928B-23D9-00AD0ED4F9FC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482273-F297-5082-134F-1A4EA66C4132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B9E26-12ED-CCB8-5495-32FC2F8557F8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99BA13-E8DD-FA5C-CDC9-0B4964457F9E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D5A2F4-AC7F-061B-3DCF-8EC2E65EEF53}"/>
              </a:ext>
            </a:extLst>
          </p:cNvPr>
          <p:cNvSpPr txBox="1"/>
          <p:nvPr/>
        </p:nvSpPr>
        <p:spPr>
          <a:xfrm>
            <a:off x="10069799" y="1116190"/>
            <a:ext cx="185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ID = 1 if lastID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= null else ID = lastID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4C3720-7340-22BB-2F23-AA09B644E928}"/>
              </a:ext>
            </a:extLst>
          </p:cNvPr>
          <p:cNvSpPr/>
          <p:nvPr/>
        </p:nvSpPr>
        <p:spPr>
          <a:xfrm>
            <a:off x="265176" y="3449498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823E00-8984-03A2-8443-15C6E69C6E33}"/>
              </a:ext>
            </a:extLst>
          </p:cNvPr>
          <p:cNvSpPr txBox="1"/>
          <p:nvPr/>
        </p:nvSpPr>
        <p:spPr>
          <a:xfrm>
            <a:off x="337176" y="3597737"/>
            <a:ext cx="26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VMID: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490FF0-9769-2594-007E-CAAE74075AEA}"/>
              </a:ext>
            </a:extLst>
          </p:cNvPr>
          <p:cNvSpPr txBox="1"/>
          <p:nvPr/>
        </p:nvSpPr>
        <p:spPr>
          <a:xfrm>
            <a:off x="4416552" y="3593498"/>
            <a:ext cx="499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VM.RANDOM.XXXXXX.THAT.MAKES.NO.SENSE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CFE950-2922-9CB1-F58C-C3ACAC15E2E4}"/>
              </a:ext>
            </a:extLst>
          </p:cNvPr>
          <p:cNvSpPr txBox="1"/>
          <p:nvPr/>
        </p:nvSpPr>
        <p:spPr>
          <a:xfrm>
            <a:off x="4416552" y="4067968"/>
            <a:ext cx="499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v25.12.1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2CE2BE-FEED-A4FC-6841-54B4E586CC29}"/>
              </a:ext>
            </a:extLst>
          </p:cNvPr>
          <p:cNvSpPr txBox="1"/>
          <p:nvPr/>
        </p:nvSpPr>
        <p:spPr>
          <a:xfrm>
            <a:off x="337176" y="4067968"/>
            <a:ext cx="26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Firmware version: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4AAA3C-A095-C62F-E6D8-D55C969FECD6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Import</a:t>
            </a:r>
          </a:p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Export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D32C96-633C-1AFF-6089-460C14DEE5A5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Power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EFDA2FD-1352-9A77-E9FA-472526D1C00B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Security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Log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6B082E7-6672-F25D-C277-F772E0E3C5AC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Edit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Config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7401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350CA-2EF3-3ED2-7B54-935696A2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FB1ED4-AF3A-E10B-7EB4-083BA4BEE2B5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96791A-32AD-4124-0602-4FDAF90BDE1A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44C50A-B869-9779-FC84-3F2BE79609CF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1D2F30-1644-9BEF-02BC-33E2338DE6E2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C5BC163-9E0F-4684-0EB1-297B95C968C7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7BAF37E-F8BA-E171-8A56-85DD7E6606F4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F582FEA-60BE-F289-4E46-3B6353EBF8C1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9034AC63-7F6A-5D21-A881-7ADEC83EB38A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AdminPage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1F7DFD0-00A3-34D1-5E5E-6A6B7DEF37CB}"/>
              </a:ext>
            </a:extLst>
          </p:cNvPr>
          <p:cNvSpPr txBox="1"/>
          <p:nvPr/>
        </p:nvSpPr>
        <p:spPr>
          <a:xfrm>
            <a:off x="10222600" y="47334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AdminPage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E2D906-6773-5C9B-BA46-925C8E092201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8111F9-C0A1-6453-F987-ECCF1F814A4E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7C891-9E21-2C13-97D0-BC25A3AEA0FE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79746-CD6F-0510-22E2-2C21E98676AB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C98509-DDB7-7F4B-DE54-5BB0C1481016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F89240-576B-7506-F630-3DF49EBC2D26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1B7DEC-A4BD-7076-62B2-6F95E6E8A08A}"/>
              </a:ext>
            </a:extLst>
          </p:cNvPr>
          <p:cNvSpPr txBox="1"/>
          <p:nvPr/>
        </p:nvSpPr>
        <p:spPr>
          <a:xfrm>
            <a:off x="10069799" y="1116190"/>
            <a:ext cx="185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ID = 1 if lastID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= null else ID = lastID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EEE603-FAB1-81A2-0671-98D51E061C56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EC22A-0636-9A3B-E56C-40B64C3BAB5A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6BC9CB-0997-EDF0-61A2-24FC4B1AE4D7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55224D-D73A-3209-B67F-3160CF926B3D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FE5A87B-21F1-3DD5-B027-887A73E6B386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DF2675-246F-18E1-CCEE-183E7C6D30D1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659870D-5171-5B20-DCB8-400D3471B6AB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E84B1-E35C-BED6-B507-B23466C3FCC7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EE70C5-E0EC-74AC-7F78-68F57519001B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4318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DDA2-0E31-AC1C-BA08-B0D41742D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3F9C223-280D-5A8C-A5CB-3FA52258A85E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4AD719-5F33-4FCB-8339-BF79D9ECA6AB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5BC593-3BA2-52FD-53B1-605BA6AFC35B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FFB9B-4CB6-0C85-BA29-C37D593D7583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95D0B50-3948-ED3A-8160-6E69AADB0E06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C034A46-49DC-B588-E297-5C6AB832E608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D02C7AC-53FD-4F69-FD7F-F56D03E28B25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3397AEF7-FECC-FF55-179C-5C8FD88732D4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AdminPage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75661146-9175-B7CB-C802-9CC11C3A139F}"/>
              </a:ext>
            </a:extLst>
          </p:cNvPr>
          <p:cNvSpPr txBox="1"/>
          <p:nvPr/>
        </p:nvSpPr>
        <p:spPr>
          <a:xfrm>
            <a:off x="10222600" y="47334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AdminPage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2FB0F8-9A3B-E265-7111-3B249FF9A6A4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633660-F04F-E83B-5E24-CAF4E157970D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D58C9E-4272-A0F2-AEF5-5AF6ECADBBA8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9289A6-7F72-263F-D6CE-7787745A9648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E09B9C-A99B-04EF-5CA1-E61AB3F448B4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32B279-F268-DC4D-AFC5-A2AC80352D62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3F0DF2-8DE8-E61D-80A3-156E68137815}"/>
              </a:ext>
            </a:extLst>
          </p:cNvPr>
          <p:cNvSpPr txBox="1"/>
          <p:nvPr/>
        </p:nvSpPr>
        <p:spPr>
          <a:xfrm>
            <a:off x="10069799" y="1116190"/>
            <a:ext cx="185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ID = 1 if lastID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= null else ID = lastID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BBFB83-1157-6BE7-4F54-13F31796032B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DE803F-4805-C493-5A00-D7A6659425FE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4373FD-85CE-1EC8-7FB9-F6CD1FBC99EB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2B0217-89BA-18F3-F66D-EF0B459518FC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D3F92B-3448-1F0C-6F1E-B673141B1603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D3968DF-DFCB-E12F-7E04-F82858E62FE6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2014C4-709A-BC7A-9D4E-07FBEA792A67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4F70493-4CD1-6443-1199-1F5648E82EAD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A0E2EC-5074-C476-FBA5-BB3CDBDC2C88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8975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9229B-3A7C-D15A-32F5-B3B2EB36D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080C21B-DAC5-D209-7612-3343DE9B9DDB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C26384-0098-3D08-922C-E83F0470B3F8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E35F53-E2C9-DC59-2632-99A6CEDD93DA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D1BA59-4C65-2EA1-E912-1C639415F91C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EEAA207-49BD-02E2-1FBF-130F353D6C6A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1D7E3E7-5F14-9641-6EA1-993A90F95D8B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E6A690AC-C3EF-E8B0-EC49-6ADA3CFA7143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536497E-9CAD-12A1-CF71-E065B4D5C24D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AdminPage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AB2ED61-0B3D-8FDC-45C5-48392B05967C}"/>
              </a:ext>
            </a:extLst>
          </p:cNvPr>
          <p:cNvSpPr txBox="1"/>
          <p:nvPr/>
        </p:nvSpPr>
        <p:spPr>
          <a:xfrm>
            <a:off x="10222600" y="47334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AdminPage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0ECBAE-9537-FB59-D175-48BB1EFBA56B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579EBF-4E95-C2E8-3036-605307261703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6C32A2-623C-2919-D82D-5076F098F5CF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3A0128-08CC-DC1D-F57A-D620B7952D2C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754575-E6F5-B216-E5DB-B024702E97C8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A3469-8484-0FC1-ABAE-F7409F991F35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A6CD43-A2E6-F26B-72D3-8E2807FDA946}"/>
              </a:ext>
            </a:extLst>
          </p:cNvPr>
          <p:cNvSpPr txBox="1"/>
          <p:nvPr/>
        </p:nvSpPr>
        <p:spPr>
          <a:xfrm>
            <a:off x="10069799" y="1116190"/>
            <a:ext cx="185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ID = 1 if lastID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= null else ID = lastID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FD1DD1-E10F-97D8-D866-7E0D72A55756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5DB232-B893-3AED-CE61-4177E6A32EA6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E0CFE8-FDA8-72C9-C567-AB82BB1EB530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7E6022-CE31-3FEC-33A1-EE3EB8CACF0F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328B7D-85D1-7154-FB3E-D88E8BB1F72C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DF6A0D-2C33-7E18-7D5D-341E2619AAD6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851E390-0C3D-469C-8A53-5C1BE2DBD578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9CE8D6C-3746-E3F7-8826-9ABE5B3E3135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322D27-873B-BBA9-7614-57B03B7C76DB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893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DD687-0FF7-CB8C-3F09-F7C125CFF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E592349-D2CD-DDA3-7A22-78B08652E4A8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B65B16-B369-6A86-A074-AC35D3336F9C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4ACFBF-1BD5-5AFC-0878-5C1A3BFB9721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F48BD0-DF97-AD73-A2BC-8C14EC004015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F520663-5EFC-FC1A-24FF-2555E2780B18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1D49D0E-D093-80DE-F249-8C6C44E4F2FC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3ABD40B7-45A9-15C0-CF7E-6E0B64CC10DE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F9A05CFA-AA05-357F-989B-C16052D1C101}"/>
              </a:ext>
            </a:extLst>
          </p:cNvPr>
          <p:cNvSpPr txBox="1"/>
          <p:nvPr/>
        </p:nvSpPr>
        <p:spPr>
          <a:xfrm>
            <a:off x="265176" y="5139082"/>
            <a:ext cx="71978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discard any changes, return to MainMenu (Admin) with lastID = 6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1 -&gt; item.enable = true; turn to next page immediately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0 -&gt; item.enable = false; return to MainMenu (Admin) immediately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2, 3, 4, 5, 6, 7, 8, 9 -&gt;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B0366AD-AA7A-39D2-5A17-3DC10716E226}"/>
              </a:ext>
            </a:extLst>
          </p:cNvPr>
          <p:cNvSpPr txBox="1"/>
          <p:nvPr/>
        </p:nvSpPr>
        <p:spPr>
          <a:xfrm>
            <a:off x="10222600" y="473348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ItemDetailPage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EAA15-BD24-A925-01C8-0A67A36EB8C2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E91B9-CE10-1203-9DC8-10E2257F0492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1F234-EAE9-3FDA-5E80-8431BA357EC6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37C43-1608-8E53-7EFB-785CC34F0CF8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7A747D-9528-8E3B-8ABE-06FE7C777219}"/>
              </a:ext>
            </a:extLst>
          </p:cNvPr>
          <p:cNvSpPr txBox="1"/>
          <p:nvPr/>
        </p:nvSpPr>
        <p:spPr>
          <a:xfrm>
            <a:off x="2472376" y="1111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no.: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0DEFA2-E0D4-0CC9-6306-6CFE8AE21D3E}"/>
              </a:ext>
            </a:extLst>
          </p:cNvPr>
          <p:cNvSpPr txBox="1"/>
          <p:nvPr/>
        </p:nvSpPr>
        <p:spPr>
          <a:xfrm>
            <a:off x="2472376" y="156285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Name: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2904FD-17DE-BDD6-519A-6C844DDB363D}"/>
              </a:ext>
            </a:extLst>
          </p:cNvPr>
          <p:cNvSpPr txBox="1"/>
          <p:nvPr/>
        </p:nvSpPr>
        <p:spPr>
          <a:xfrm>
            <a:off x="2472376" y="199951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Price: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054882-1E53-B1EE-CD87-090FF4C261A2}"/>
              </a:ext>
            </a:extLst>
          </p:cNvPr>
          <p:cNvSpPr txBox="1"/>
          <p:nvPr/>
        </p:nvSpPr>
        <p:spPr>
          <a:xfrm>
            <a:off x="2472376" y="2442138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Available: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24CC1A-9D9A-04C3-E1F4-37CC134AE79D}"/>
              </a:ext>
            </a:extLst>
          </p:cNvPr>
          <p:cNvSpPr txBox="1"/>
          <p:nvPr/>
        </p:nvSpPr>
        <p:spPr>
          <a:xfrm>
            <a:off x="4361358" y="1124098"/>
            <a:ext cx="3470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CC8043-0C51-7C91-B7B9-8ED2B205220C}"/>
              </a:ext>
            </a:extLst>
          </p:cNvPr>
          <p:cNvSpPr txBox="1"/>
          <p:nvPr/>
        </p:nvSpPr>
        <p:spPr>
          <a:xfrm>
            <a:off x="4361358" y="1560764"/>
            <a:ext cx="3470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507959-E37F-89AA-CF52-3C55CEDA617A}"/>
              </a:ext>
            </a:extLst>
          </p:cNvPr>
          <p:cNvSpPr txBox="1"/>
          <p:nvPr/>
        </p:nvSpPr>
        <p:spPr>
          <a:xfrm>
            <a:off x="8820553" y="2004761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64B84A-CF70-1355-6BA5-09A400659EC4}"/>
              </a:ext>
            </a:extLst>
          </p:cNvPr>
          <p:cNvSpPr txBox="1"/>
          <p:nvPr/>
        </p:nvSpPr>
        <p:spPr>
          <a:xfrm>
            <a:off x="8281944" y="244017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3ACC5E-07C8-155D-D290-4F5A6C6D4458}"/>
              </a:ext>
            </a:extLst>
          </p:cNvPr>
          <p:cNvSpPr txBox="1"/>
          <p:nvPr/>
        </p:nvSpPr>
        <p:spPr>
          <a:xfrm>
            <a:off x="4361358" y="2004761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315A7E2-D0DB-57F1-1585-45CDE6D0B557}"/>
              </a:ext>
            </a:extLst>
          </p:cNvPr>
          <p:cNvSpPr txBox="1"/>
          <p:nvPr/>
        </p:nvSpPr>
        <p:spPr>
          <a:xfrm>
            <a:off x="4361358" y="2438144"/>
            <a:ext cx="347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30AE28-C6B3-2E36-9EB7-8B9DBD1FC1A4}"/>
              </a:ext>
            </a:extLst>
          </p:cNvPr>
          <p:cNvSpPr/>
          <p:nvPr/>
        </p:nvSpPr>
        <p:spPr>
          <a:xfrm>
            <a:off x="337174" y="1115966"/>
            <a:ext cx="1656000" cy="16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8492A2-5BED-57E0-F057-E97C2B18E3FB}"/>
              </a:ext>
            </a:extLst>
          </p:cNvPr>
          <p:cNvSpPr txBox="1"/>
          <p:nvPr/>
        </p:nvSpPr>
        <p:spPr>
          <a:xfrm>
            <a:off x="337176" y="302800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Enable item: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99AC18D-FD16-AE78-E0D0-3D13BB02A61C}"/>
              </a:ext>
            </a:extLst>
          </p:cNvPr>
          <p:cNvSpPr/>
          <p:nvPr/>
        </p:nvSpPr>
        <p:spPr>
          <a:xfrm>
            <a:off x="6096000" y="3019897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6B4751C-07AD-80AE-BCE1-1CB84EC6945C}"/>
              </a:ext>
            </a:extLst>
          </p:cNvPr>
          <p:cNvSpPr/>
          <p:nvPr/>
        </p:nvSpPr>
        <p:spPr>
          <a:xfrm>
            <a:off x="265176" y="28758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8B23D6-003D-040A-25F4-7158E70C66F2}"/>
              </a:ext>
            </a:extLst>
          </p:cNvPr>
          <p:cNvSpPr txBox="1"/>
          <p:nvPr/>
        </p:nvSpPr>
        <p:spPr>
          <a:xfrm>
            <a:off x="8012639" y="4639525"/>
            <a:ext cx="1396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KEY PRESS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C69F0F-65A6-DC65-BF31-748DF965A587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90517-D72A-29A2-9FE5-19A4AFBC3E8A}"/>
              </a:ext>
            </a:extLst>
          </p:cNvPr>
          <p:cNvSpPr txBox="1"/>
          <p:nvPr/>
        </p:nvSpPr>
        <p:spPr>
          <a:xfrm>
            <a:off x="337176" y="4067968"/>
            <a:ext cx="4358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Currently, this item is ENABLED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6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5712A-BEBE-04E9-931A-5245FFCD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D99B16-85A8-EC99-B170-120C53F264D5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3C70E5-9EDB-532E-6BFF-293E768C042F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FAEB00-4513-1887-5ED5-2FDF9CBD2B8C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147656-1F07-249C-BB46-3639184B901C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3837C2E-E3CC-7367-CB1D-5186AE1EA699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39547874-159F-58B4-F60D-29EF92478A32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AC524AE-2692-EF6C-E715-18FC5A647437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6EA20B8-435C-38FC-B77E-54B87DE110FE}"/>
              </a:ext>
            </a:extLst>
          </p:cNvPr>
          <p:cNvSpPr txBox="1"/>
          <p:nvPr/>
        </p:nvSpPr>
        <p:spPr>
          <a:xfrm>
            <a:off x="10222600" y="473348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ItemDetailPage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E9FFFD-D4BB-AAA6-62CD-7CBE463BCBF3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B05220-FF38-F3FD-64FA-40F87DCCB373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C91AF7-2801-B035-013F-FB0BCC6DCC80}"/>
              </a:ext>
            </a:extLst>
          </p:cNvPr>
          <p:cNvSpPr txBox="1"/>
          <p:nvPr/>
        </p:nvSpPr>
        <p:spPr>
          <a:xfrm>
            <a:off x="337176" y="4639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PREVIOUS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FD0E1C-D444-3374-54C8-D24F7B98514A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DA12B7-ECEE-3A36-37D6-B764B86405A0}"/>
              </a:ext>
            </a:extLst>
          </p:cNvPr>
          <p:cNvSpPr txBox="1"/>
          <p:nvPr/>
        </p:nvSpPr>
        <p:spPr>
          <a:xfrm>
            <a:off x="2472376" y="1111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no.: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6C66AA-1E39-B98A-7308-DF6EB93E3311}"/>
              </a:ext>
            </a:extLst>
          </p:cNvPr>
          <p:cNvSpPr txBox="1"/>
          <p:nvPr/>
        </p:nvSpPr>
        <p:spPr>
          <a:xfrm>
            <a:off x="2472376" y="156285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Name: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5C449B-3392-DC5E-FFB6-8E6753BCD97A}"/>
              </a:ext>
            </a:extLst>
          </p:cNvPr>
          <p:cNvSpPr txBox="1"/>
          <p:nvPr/>
        </p:nvSpPr>
        <p:spPr>
          <a:xfrm>
            <a:off x="2472376" y="199951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Price: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A89B8B-3D5C-0D4A-F3A4-9946FADEE32D}"/>
              </a:ext>
            </a:extLst>
          </p:cNvPr>
          <p:cNvSpPr txBox="1"/>
          <p:nvPr/>
        </p:nvSpPr>
        <p:spPr>
          <a:xfrm>
            <a:off x="2472376" y="2442138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Available: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77DC5-35C1-9037-D361-A156395AF9EC}"/>
              </a:ext>
            </a:extLst>
          </p:cNvPr>
          <p:cNvSpPr txBox="1"/>
          <p:nvPr/>
        </p:nvSpPr>
        <p:spPr>
          <a:xfrm>
            <a:off x="4361358" y="1124098"/>
            <a:ext cx="3470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8C1929-EA9A-FAF2-7A21-F56AB6A027B9}"/>
              </a:ext>
            </a:extLst>
          </p:cNvPr>
          <p:cNvSpPr txBox="1"/>
          <p:nvPr/>
        </p:nvSpPr>
        <p:spPr>
          <a:xfrm>
            <a:off x="4361358" y="1560764"/>
            <a:ext cx="3470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2C9871-0579-8DE6-1F62-9DC50C7DBF97}"/>
              </a:ext>
            </a:extLst>
          </p:cNvPr>
          <p:cNvSpPr txBox="1"/>
          <p:nvPr/>
        </p:nvSpPr>
        <p:spPr>
          <a:xfrm>
            <a:off x="8820553" y="2004761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4018732-D9B8-AE53-1004-A9F3CCEC3D48}"/>
              </a:ext>
            </a:extLst>
          </p:cNvPr>
          <p:cNvSpPr txBox="1"/>
          <p:nvPr/>
        </p:nvSpPr>
        <p:spPr>
          <a:xfrm>
            <a:off x="8281944" y="244017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F5AA00-77C1-1C32-99BA-DFBFD1C6178E}"/>
              </a:ext>
            </a:extLst>
          </p:cNvPr>
          <p:cNvSpPr txBox="1"/>
          <p:nvPr/>
        </p:nvSpPr>
        <p:spPr>
          <a:xfrm>
            <a:off x="4361358" y="2004761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65BB4D7-B4B6-CC57-DDE7-B79F28D778E2}"/>
              </a:ext>
            </a:extLst>
          </p:cNvPr>
          <p:cNvSpPr txBox="1"/>
          <p:nvPr/>
        </p:nvSpPr>
        <p:spPr>
          <a:xfrm>
            <a:off x="4361358" y="2438144"/>
            <a:ext cx="347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015A141-753F-F8B1-F59C-1C3ECB0B8285}"/>
              </a:ext>
            </a:extLst>
          </p:cNvPr>
          <p:cNvSpPr/>
          <p:nvPr/>
        </p:nvSpPr>
        <p:spPr>
          <a:xfrm>
            <a:off x="337174" y="1115966"/>
            <a:ext cx="1656000" cy="16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8DD65F-F9E1-A99D-C9CA-2A94AB6BB6C4}"/>
              </a:ext>
            </a:extLst>
          </p:cNvPr>
          <p:cNvSpPr txBox="1"/>
          <p:nvPr/>
        </p:nvSpPr>
        <p:spPr>
          <a:xfrm>
            <a:off x="337176" y="3028006"/>
            <a:ext cx="2743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 new quantity: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1AB42BB-F503-29D4-9F70-6C47B3DB18D7}"/>
              </a:ext>
            </a:extLst>
          </p:cNvPr>
          <p:cNvSpPr/>
          <p:nvPr/>
        </p:nvSpPr>
        <p:spPr>
          <a:xfrm>
            <a:off x="6096000" y="3019897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90DEEA5-4B40-A855-223C-B922F95EFA1C}"/>
              </a:ext>
            </a:extLst>
          </p:cNvPr>
          <p:cNvSpPr/>
          <p:nvPr/>
        </p:nvSpPr>
        <p:spPr>
          <a:xfrm>
            <a:off x="265176" y="28758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A13016D-1BDF-7215-3560-06652CA0E7F2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AA7715-1E84-6E36-3254-F2A13F4F5981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14E35-0ADC-CFF3-0FDE-1CF536BE377D}"/>
              </a:ext>
            </a:extLst>
          </p:cNvPr>
          <p:cNvSpPr txBox="1"/>
          <p:nvPr/>
        </p:nvSpPr>
        <p:spPr>
          <a:xfrm>
            <a:off x="337176" y="4067968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B4DD64-5824-FE10-9D76-6D17C97A335E}"/>
              </a:ext>
            </a:extLst>
          </p:cNvPr>
          <p:cNvSpPr txBox="1"/>
          <p:nvPr/>
        </p:nvSpPr>
        <p:spPr>
          <a:xfrm>
            <a:off x="8281944" y="3034387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4E2FB7-F043-180E-217E-96A0239BB7F1}"/>
              </a:ext>
            </a:extLst>
          </p:cNvPr>
          <p:cNvSpPr txBox="1"/>
          <p:nvPr/>
        </p:nvSpPr>
        <p:spPr>
          <a:xfrm>
            <a:off x="6935422" y="406796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20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289121-69AD-2D70-729A-572F6DB728A3}"/>
              </a:ext>
            </a:extLst>
          </p:cNvPr>
          <p:cNvSpPr txBox="1"/>
          <p:nvPr/>
        </p:nvSpPr>
        <p:spPr>
          <a:xfrm>
            <a:off x="265176" y="5139082"/>
            <a:ext cx="836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if quantity = null or invalid, then delete the field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chars, if the field is null, return to enable item 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to quantity field (0 &lt;= qty &lt;= 20, field enter max 2 chars)</a:t>
            </a:r>
          </a:p>
        </p:txBody>
      </p:sp>
    </p:spTree>
    <p:extLst>
      <p:ext uri="{BB962C8B-B14F-4D97-AF65-F5344CB8AC3E}">
        <p14:creationId xmlns:p14="http://schemas.microsoft.com/office/powerpoint/2010/main" val="3515000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E4BC2-6E6E-C057-3BC0-6B061669C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01E7DB-6521-5F2A-A5AF-AFCDAFCED55B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701CC1-1628-E7FC-8FBA-EC30E221D6BA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124761-F437-FDA1-9610-BBCF9D1BC6F3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41476C-60FB-A02D-F125-BB7814A5BF2F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7224133-54D0-DE8F-1038-31AEA8AFDF7E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4E62E40-8AA9-4C57-A9A0-A21B4D1B0CB9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7A5CD069-6879-F951-1FB4-E0FACAC2687F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FBFECE84-8BB0-856E-D94E-C2F28C9D030B}"/>
              </a:ext>
            </a:extLst>
          </p:cNvPr>
          <p:cNvSpPr txBox="1"/>
          <p:nvPr/>
        </p:nvSpPr>
        <p:spPr>
          <a:xfrm>
            <a:off x="265176" y="5139082"/>
            <a:ext cx="836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if quantity = null or invalid, then delete the field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chars, if the field is null, return to enable item 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to quantity field (0 &lt;= qty &lt;= 20, field enter max 2 chars)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334EB76-1078-6533-C037-A57A4E80F319}"/>
              </a:ext>
            </a:extLst>
          </p:cNvPr>
          <p:cNvSpPr txBox="1"/>
          <p:nvPr/>
        </p:nvSpPr>
        <p:spPr>
          <a:xfrm>
            <a:off x="10222600" y="473348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ItemDetailPage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690D35-6E4D-A629-DCE7-FD7F2329D2D2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14EE85-3FB9-32D8-6F03-CED719DFCA85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E4B80-B336-B09D-BC54-2634134908D7}"/>
              </a:ext>
            </a:extLst>
          </p:cNvPr>
          <p:cNvSpPr txBox="1"/>
          <p:nvPr/>
        </p:nvSpPr>
        <p:spPr>
          <a:xfrm>
            <a:off x="337176" y="4639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PREVIOUS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350282-5A5B-1376-D18F-7236D9D3C8D7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5D7EB7-73FB-AEA3-4170-D924960714C0}"/>
              </a:ext>
            </a:extLst>
          </p:cNvPr>
          <p:cNvSpPr txBox="1"/>
          <p:nvPr/>
        </p:nvSpPr>
        <p:spPr>
          <a:xfrm>
            <a:off x="2472376" y="1111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no.: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50525B-ABDC-8510-F6E8-125227074C34}"/>
              </a:ext>
            </a:extLst>
          </p:cNvPr>
          <p:cNvSpPr txBox="1"/>
          <p:nvPr/>
        </p:nvSpPr>
        <p:spPr>
          <a:xfrm>
            <a:off x="2472376" y="156285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Name: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84BDD7-9CA2-57DF-58DF-39B04DF0E156}"/>
              </a:ext>
            </a:extLst>
          </p:cNvPr>
          <p:cNvSpPr txBox="1"/>
          <p:nvPr/>
        </p:nvSpPr>
        <p:spPr>
          <a:xfrm>
            <a:off x="2472376" y="199951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Price: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4C64AB-5F79-82AC-8FBC-4ABE6A1CD953}"/>
              </a:ext>
            </a:extLst>
          </p:cNvPr>
          <p:cNvSpPr txBox="1"/>
          <p:nvPr/>
        </p:nvSpPr>
        <p:spPr>
          <a:xfrm>
            <a:off x="2472376" y="2442138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Available: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6D5719-36BE-EE66-4904-E9B67531684E}"/>
              </a:ext>
            </a:extLst>
          </p:cNvPr>
          <p:cNvSpPr txBox="1"/>
          <p:nvPr/>
        </p:nvSpPr>
        <p:spPr>
          <a:xfrm>
            <a:off x="4361358" y="1124098"/>
            <a:ext cx="3470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AF86C5-C59F-A85A-A25A-D52D67105810}"/>
              </a:ext>
            </a:extLst>
          </p:cNvPr>
          <p:cNvSpPr txBox="1"/>
          <p:nvPr/>
        </p:nvSpPr>
        <p:spPr>
          <a:xfrm>
            <a:off x="4361358" y="1560764"/>
            <a:ext cx="3470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4C0B19-38EE-0001-C48D-B55D549F9907}"/>
              </a:ext>
            </a:extLst>
          </p:cNvPr>
          <p:cNvSpPr txBox="1"/>
          <p:nvPr/>
        </p:nvSpPr>
        <p:spPr>
          <a:xfrm>
            <a:off x="8820553" y="2004761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D027AE-71C5-85CF-B840-8DCDC0AFA0FD}"/>
              </a:ext>
            </a:extLst>
          </p:cNvPr>
          <p:cNvSpPr txBox="1"/>
          <p:nvPr/>
        </p:nvSpPr>
        <p:spPr>
          <a:xfrm>
            <a:off x="8281944" y="244017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1321D5-F124-7C03-ABB7-19A8D0B55632}"/>
              </a:ext>
            </a:extLst>
          </p:cNvPr>
          <p:cNvSpPr txBox="1"/>
          <p:nvPr/>
        </p:nvSpPr>
        <p:spPr>
          <a:xfrm>
            <a:off x="4361358" y="2004761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220D8B-BC16-D2A0-21C5-2DFCBC727314}"/>
              </a:ext>
            </a:extLst>
          </p:cNvPr>
          <p:cNvSpPr txBox="1"/>
          <p:nvPr/>
        </p:nvSpPr>
        <p:spPr>
          <a:xfrm>
            <a:off x="4361358" y="2438144"/>
            <a:ext cx="347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243684-9E9C-CA66-08F3-9C206A777590}"/>
              </a:ext>
            </a:extLst>
          </p:cNvPr>
          <p:cNvSpPr/>
          <p:nvPr/>
        </p:nvSpPr>
        <p:spPr>
          <a:xfrm>
            <a:off x="337174" y="1115966"/>
            <a:ext cx="1656000" cy="16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A9AC9A-0162-3E75-BE3B-9411936988F3}"/>
              </a:ext>
            </a:extLst>
          </p:cNvPr>
          <p:cNvSpPr txBox="1"/>
          <p:nvPr/>
        </p:nvSpPr>
        <p:spPr>
          <a:xfrm>
            <a:off x="337176" y="3028006"/>
            <a:ext cx="2743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 new quantity: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1ADC60F-5427-3C19-1D0F-939202D12780}"/>
              </a:ext>
            </a:extLst>
          </p:cNvPr>
          <p:cNvSpPr/>
          <p:nvPr/>
        </p:nvSpPr>
        <p:spPr>
          <a:xfrm>
            <a:off x="6096000" y="3019897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90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E104ACD-1C67-20F6-3E00-1B22E604C860}"/>
              </a:ext>
            </a:extLst>
          </p:cNvPr>
          <p:cNvSpPr/>
          <p:nvPr/>
        </p:nvSpPr>
        <p:spPr>
          <a:xfrm>
            <a:off x="265176" y="28758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CF167FF-BC4B-D7D9-BA7F-81A82B7BA9CC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1D0B6D-9F4D-851C-5A83-6D17B43727A2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60EB95-1B5D-409B-F827-19D7F21DBA93}"/>
              </a:ext>
            </a:extLst>
          </p:cNvPr>
          <p:cNvSpPr txBox="1"/>
          <p:nvPr/>
        </p:nvSpPr>
        <p:spPr>
          <a:xfrm>
            <a:off x="337176" y="4067968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5B5789-F0C9-CC40-51F2-75CCEF9512BE}"/>
              </a:ext>
            </a:extLst>
          </p:cNvPr>
          <p:cNvSpPr txBox="1"/>
          <p:nvPr/>
        </p:nvSpPr>
        <p:spPr>
          <a:xfrm>
            <a:off x="8281944" y="3034387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9FB8E8-52FA-BB9B-F08A-CAA95D152992}"/>
              </a:ext>
            </a:extLst>
          </p:cNvPr>
          <p:cNvSpPr txBox="1"/>
          <p:nvPr/>
        </p:nvSpPr>
        <p:spPr>
          <a:xfrm>
            <a:off x="6935422" y="406796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20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2958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4610A-C52F-6C20-0E8E-81C44EF55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251F4A-AD3F-524B-7A60-6180DD9E8779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4AD6E2-E58E-DAB2-49FB-D7AE2EC34D81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A70666-C4B4-6683-702E-9A122E542AFD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E5E19B-F9A5-E813-6E1C-DC72F374F192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F968CC7-0F84-9D7B-9005-8B2C644F08FB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9F195E5-32D5-B3D5-B505-FEAC6487B65F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8C847ACE-FCE5-5542-FD43-14764E444A58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00DF168-095E-5ABA-C8CB-7DC3FFDDE94D}"/>
              </a:ext>
            </a:extLst>
          </p:cNvPr>
          <p:cNvSpPr txBox="1"/>
          <p:nvPr/>
        </p:nvSpPr>
        <p:spPr>
          <a:xfrm>
            <a:off x="265176" y="5139082"/>
            <a:ext cx="836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if quantity = null or invalid, then delete the field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chars, if the field is null, return to enable item 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to quantity field (0 &lt;= qty &lt;= 20, field enter max 2 chars)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740ACF-4501-796B-8FD9-849D8F95FC0E}"/>
              </a:ext>
            </a:extLst>
          </p:cNvPr>
          <p:cNvSpPr txBox="1"/>
          <p:nvPr/>
        </p:nvSpPr>
        <p:spPr>
          <a:xfrm>
            <a:off x="10222600" y="473348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ItemDetailPage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E3A5A5-5DF3-9D00-C4F9-995DF359B139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7B3E88-6342-1C17-61A0-542C80B1CAD3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E4F04-D42B-FA39-53F7-83D8580F9903}"/>
              </a:ext>
            </a:extLst>
          </p:cNvPr>
          <p:cNvSpPr txBox="1"/>
          <p:nvPr/>
        </p:nvSpPr>
        <p:spPr>
          <a:xfrm>
            <a:off x="337176" y="4639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PREVIOUS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BFA3A0-06BA-CD8F-81D9-0310855E483A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1BBFF1-FDD5-B4C2-A665-C7635D82BC9A}"/>
              </a:ext>
            </a:extLst>
          </p:cNvPr>
          <p:cNvSpPr txBox="1"/>
          <p:nvPr/>
        </p:nvSpPr>
        <p:spPr>
          <a:xfrm>
            <a:off x="2472376" y="1111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no.: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17EE35-7ADA-035D-583F-701C7A15A7E9}"/>
              </a:ext>
            </a:extLst>
          </p:cNvPr>
          <p:cNvSpPr txBox="1"/>
          <p:nvPr/>
        </p:nvSpPr>
        <p:spPr>
          <a:xfrm>
            <a:off x="2472376" y="156285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Name: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CE3EBD-B9C3-147C-C9B1-08C5797D2644}"/>
              </a:ext>
            </a:extLst>
          </p:cNvPr>
          <p:cNvSpPr txBox="1"/>
          <p:nvPr/>
        </p:nvSpPr>
        <p:spPr>
          <a:xfrm>
            <a:off x="2472376" y="199951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Price: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AA651C-E137-915D-3025-FAF2B4C929DB}"/>
              </a:ext>
            </a:extLst>
          </p:cNvPr>
          <p:cNvSpPr txBox="1"/>
          <p:nvPr/>
        </p:nvSpPr>
        <p:spPr>
          <a:xfrm>
            <a:off x="2472376" y="2442138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Available: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B8652C-DB3B-E4AE-A739-E575DF48245C}"/>
              </a:ext>
            </a:extLst>
          </p:cNvPr>
          <p:cNvSpPr txBox="1"/>
          <p:nvPr/>
        </p:nvSpPr>
        <p:spPr>
          <a:xfrm>
            <a:off x="4361358" y="1124098"/>
            <a:ext cx="3470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ED12C0-E2FC-F677-F040-6018E24E4059}"/>
              </a:ext>
            </a:extLst>
          </p:cNvPr>
          <p:cNvSpPr txBox="1"/>
          <p:nvPr/>
        </p:nvSpPr>
        <p:spPr>
          <a:xfrm>
            <a:off x="4361358" y="1560764"/>
            <a:ext cx="3470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6E8BA8-9FE6-CF6F-0C9D-6E7A08136E48}"/>
              </a:ext>
            </a:extLst>
          </p:cNvPr>
          <p:cNvSpPr txBox="1"/>
          <p:nvPr/>
        </p:nvSpPr>
        <p:spPr>
          <a:xfrm>
            <a:off x="8820553" y="2004761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5B44D4-45F0-0A59-95E6-9591E0ACD0D2}"/>
              </a:ext>
            </a:extLst>
          </p:cNvPr>
          <p:cNvSpPr txBox="1"/>
          <p:nvPr/>
        </p:nvSpPr>
        <p:spPr>
          <a:xfrm>
            <a:off x="8281944" y="244017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5B2C52-12AC-FF9E-686B-94DD53C79DF4}"/>
              </a:ext>
            </a:extLst>
          </p:cNvPr>
          <p:cNvSpPr txBox="1"/>
          <p:nvPr/>
        </p:nvSpPr>
        <p:spPr>
          <a:xfrm>
            <a:off x="4361358" y="2004761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25FCC6-6BC7-2E11-8FE5-F228B724A30E}"/>
              </a:ext>
            </a:extLst>
          </p:cNvPr>
          <p:cNvSpPr txBox="1"/>
          <p:nvPr/>
        </p:nvSpPr>
        <p:spPr>
          <a:xfrm>
            <a:off x="4361358" y="2438144"/>
            <a:ext cx="347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381659B-715C-D485-6C73-EA2DC0A79A38}"/>
              </a:ext>
            </a:extLst>
          </p:cNvPr>
          <p:cNvSpPr/>
          <p:nvPr/>
        </p:nvSpPr>
        <p:spPr>
          <a:xfrm>
            <a:off x="337174" y="1115966"/>
            <a:ext cx="1656000" cy="16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22E76C-80C6-39D5-94DE-89114E756F54}"/>
              </a:ext>
            </a:extLst>
          </p:cNvPr>
          <p:cNvSpPr txBox="1"/>
          <p:nvPr/>
        </p:nvSpPr>
        <p:spPr>
          <a:xfrm>
            <a:off x="337176" y="3028006"/>
            <a:ext cx="2743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 new quantity: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554661-BD51-B4A1-09CA-E149E65B9422}"/>
              </a:ext>
            </a:extLst>
          </p:cNvPr>
          <p:cNvSpPr/>
          <p:nvPr/>
        </p:nvSpPr>
        <p:spPr>
          <a:xfrm>
            <a:off x="6096000" y="3019897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74F860F-4E26-CC87-851C-B27DFF1850C4}"/>
              </a:ext>
            </a:extLst>
          </p:cNvPr>
          <p:cNvSpPr/>
          <p:nvPr/>
        </p:nvSpPr>
        <p:spPr>
          <a:xfrm>
            <a:off x="265176" y="28758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639B54C-3506-841F-EC3F-CA1B89C8A31C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ECFCA-2563-A5C4-02D2-4798A89A379D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B135C-7BBF-CBBA-4E6C-6564B0CD6B3A}"/>
              </a:ext>
            </a:extLst>
          </p:cNvPr>
          <p:cNvSpPr txBox="1"/>
          <p:nvPr/>
        </p:nvSpPr>
        <p:spPr>
          <a:xfrm>
            <a:off x="337176" y="4067968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33F995-4584-FF99-3ED2-62C95BE85BCC}"/>
              </a:ext>
            </a:extLst>
          </p:cNvPr>
          <p:cNvSpPr txBox="1"/>
          <p:nvPr/>
        </p:nvSpPr>
        <p:spPr>
          <a:xfrm>
            <a:off x="8281944" y="3034387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D6C250-6B11-9626-8C62-91D36A3B04ED}"/>
              </a:ext>
            </a:extLst>
          </p:cNvPr>
          <p:cNvSpPr txBox="1"/>
          <p:nvPr/>
        </p:nvSpPr>
        <p:spPr>
          <a:xfrm>
            <a:off x="6935422" y="406796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20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58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AC6A1-80D8-C9EF-3CA1-BD09B2F9D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EB4940-E643-5F3F-9C56-9FDC431B256A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22C733-EECB-A834-159E-AD658F0A2375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E38D98-A0BF-E2E9-A245-1C33F85EC3D6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71CA5E-83FC-4FCD-B891-D893E29896E9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A5E6229-F52D-99E7-F3EF-D138C0836B43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80D8E1C-ABF4-43BF-29F4-D14DE0943CE1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3A4CC421-FDD9-309D-D914-1AFE91DE32D3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834F6780-BCF4-0A08-C1F8-55AE7998BA9C}"/>
              </a:ext>
            </a:extLst>
          </p:cNvPr>
          <p:cNvSpPr txBox="1"/>
          <p:nvPr/>
        </p:nvSpPr>
        <p:spPr>
          <a:xfrm>
            <a:off x="265176" y="5139082"/>
            <a:ext cx="111956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if quantity = null or invalid, then delete the field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chars, if the field is null, return to enable item 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to quantity field (0 &lt;= qty &lt;= 20, field enter max 2 chars, 0x is a valid case, qty = x then)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4AB57AC-AD29-DA89-B09B-7B9E0EA55A49}"/>
              </a:ext>
            </a:extLst>
          </p:cNvPr>
          <p:cNvSpPr txBox="1"/>
          <p:nvPr/>
        </p:nvSpPr>
        <p:spPr>
          <a:xfrm>
            <a:off x="10222600" y="473348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ItemDetailPage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7105A6-C087-FB05-B8C3-B1FF2B144EC6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A8D18-63B9-0337-D722-A2520AA64D00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23EE7-BB3B-AE50-1A19-155B445A5CCA}"/>
              </a:ext>
            </a:extLst>
          </p:cNvPr>
          <p:cNvSpPr txBox="1"/>
          <p:nvPr/>
        </p:nvSpPr>
        <p:spPr>
          <a:xfrm>
            <a:off x="337176" y="4639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PREVIOUS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64DC5-9669-05D4-7B77-B7140A2F9612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EC962F-4C99-E947-5C9D-37874A5DD4FF}"/>
              </a:ext>
            </a:extLst>
          </p:cNvPr>
          <p:cNvSpPr txBox="1"/>
          <p:nvPr/>
        </p:nvSpPr>
        <p:spPr>
          <a:xfrm>
            <a:off x="2472376" y="1111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no.: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5C3E54-B716-660A-8E73-B04E104F2B87}"/>
              </a:ext>
            </a:extLst>
          </p:cNvPr>
          <p:cNvSpPr txBox="1"/>
          <p:nvPr/>
        </p:nvSpPr>
        <p:spPr>
          <a:xfrm>
            <a:off x="2472376" y="156285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Name: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0AE9BE-EACB-12EE-4F7D-BA3326877249}"/>
              </a:ext>
            </a:extLst>
          </p:cNvPr>
          <p:cNvSpPr txBox="1"/>
          <p:nvPr/>
        </p:nvSpPr>
        <p:spPr>
          <a:xfrm>
            <a:off x="2472376" y="199951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Price: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237DDC-0C4F-369D-33BE-1DAA91EBFC0A}"/>
              </a:ext>
            </a:extLst>
          </p:cNvPr>
          <p:cNvSpPr txBox="1"/>
          <p:nvPr/>
        </p:nvSpPr>
        <p:spPr>
          <a:xfrm>
            <a:off x="2472376" y="2442138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Available: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28E1C7-474B-12DF-3DAB-D8F3E3BB50F8}"/>
              </a:ext>
            </a:extLst>
          </p:cNvPr>
          <p:cNvSpPr txBox="1"/>
          <p:nvPr/>
        </p:nvSpPr>
        <p:spPr>
          <a:xfrm>
            <a:off x="4361358" y="1124098"/>
            <a:ext cx="3470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025B3E-BCFE-54F3-B6D2-82EBCD7247CA}"/>
              </a:ext>
            </a:extLst>
          </p:cNvPr>
          <p:cNvSpPr txBox="1"/>
          <p:nvPr/>
        </p:nvSpPr>
        <p:spPr>
          <a:xfrm>
            <a:off x="4361358" y="1560764"/>
            <a:ext cx="3470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989DF9-914E-BA50-B70C-003A2846A45A}"/>
              </a:ext>
            </a:extLst>
          </p:cNvPr>
          <p:cNvSpPr txBox="1"/>
          <p:nvPr/>
        </p:nvSpPr>
        <p:spPr>
          <a:xfrm>
            <a:off x="8820553" y="2004761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FF0031-F061-9987-106D-B22B7B9D9E09}"/>
              </a:ext>
            </a:extLst>
          </p:cNvPr>
          <p:cNvSpPr txBox="1"/>
          <p:nvPr/>
        </p:nvSpPr>
        <p:spPr>
          <a:xfrm>
            <a:off x="8281944" y="244017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D4097C-3FED-B33F-8B56-C994640FF741}"/>
              </a:ext>
            </a:extLst>
          </p:cNvPr>
          <p:cNvSpPr txBox="1"/>
          <p:nvPr/>
        </p:nvSpPr>
        <p:spPr>
          <a:xfrm>
            <a:off x="4361358" y="2004761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37328D-9603-0D9C-C2B4-264486DCE6F5}"/>
              </a:ext>
            </a:extLst>
          </p:cNvPr>
          <p:cNvSpPr txBox="1"/>
          <p:nvPr/>
        </p:nvSpPr>
        <p:spPr>
          <a:xfrm>
            <a:off x="4361358" y="2438144"/>
            <a:ext cx="347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B0A803B-4907-4778-61BD-C62E4CFA660A}"/>
              </a:ext>
            </a:extLst>
          </p:cNvPr>
          <p:cNvSpPr/>
          <p:nvPr/>
        </p:nvSpPr>
        <p:spPr>
          <a:xfrm>
            <a:off x="337174" y="1115966"/>
            <a:ext cx="1656000" cy="16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98159C-08C7-9FD4-21D8-D663D2B9A69F}"/>
              </a:ext>
            </a:extLst>
          </p:cNvPr>
          <p:cNvSpPr txBox="1"/>
          <p:nvPr/>
        </p:nvSpPr>
        <p:spPr>
          <a:xfrm>
            <a:off x="337176" y="3028006"/>
            <a:ext cx="2743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 new quantity: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DF82D8A-153A-E8BA-DF42-7BD6CF78623D}"/>
              </a:ext>
            </a:extLst>
          </p:cNvPr>
          <p:cNvSpPr/>
          <p:nvPr/>
        </p:nvSpPr>
        <p:spPr>
          <a:xfrm>
            <a:off x="6096000" y="3019897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75EF3A0-71E1-8ECE-0600-049665905BEC}"/>
              </a:ext>
            </a:extLst>
          </p:cNvPr>
          <p:cNvSpPr/>
          <p:nvPr/>
        </p:nvSpPr>
        <p:spPr>
          <a:xfrm>
            <a:off x="265176" y="28758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42F9CD-C135-3B4D-F236-29D3B5A0F84F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504329-44C5-94D6-B276-C79E9D98FFF4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B08BAC-EF23-5BEF-CD23-E89A6175ADE0}"/>
              </a:ext>
            </a:extLst>
          </p:cNvPr>
          <p:cNvSpPr txBox="1"/>
          <p:nvPr/>
        </p:nvSpPr>
        <p:spPr>
          <a:xfrm>
            <a:off x="337176" y="4067968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6407E6-869B-53B9-4334-C0C1ACBACB5B}"/>
              </a:ext>
            </a:extLst>
          </p:cNvPr>
          <p:cNvSpPr txBox="1"/>
          <p:nvPr/>
        </p:nvSpPr>
        <p:spPr>
          <a:xfrm>
            <a:off x="8281944" y="3034387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C407E8-A0E4-B451-F438-BFD293F546EC}"/>
              </a:ext>
            </a:extLst>
          </p:cNvPr>
          <p:cNvSpPr txBox="1"/>
          <p:nvPr/>
        </p:nvSpPr>
        <p:spPr>
          <a:xfrm>
            <a:off x="6935422" y="406796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20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3225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0BE5A-1FEA-8D07-8CF9-2CDA00705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E49EA0-2263-E300-D842-95A3C2C2BE6D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D0C4AF-628E-1BCF-A404-2F33F68E3E2F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8CB27B-7F71-557E-0351-EB16193C84E7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0F3439-C033-91FD-9BDA-FA72B6FBAEED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127E3FB-8B66-8972-AB6C-2C9B50B5801E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5DBDA522-2B1F-2147-9A06-0055F0AA6B8D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82324102-7F85-2295-0C8F-B3A77704C4C7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ED6856A-B157-28F9-330A-A8D6A4080318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AdminPage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D7611C85-5F6A-FA2E-7C7A-AF47D9B6E228}"/>
              </a:ext>
            </a:extLst>
          </p:cNvPr>
          <p:cNvSpPr txBox="1"/>
          <p:nvPr/>
        </p:nvSpPr>
        <p:spPr>
          <a:xfrm>
            <a:off x="10222600" y="47334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AdminPage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876ABE-CCED-B3C5-FAE8-38494D850D7A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4A37F5-0453-CCF5-CFD9-190C467432B7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F1DC1C-C669-6E71-564B-18E4B8A638B4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260CA5-FACB-EC07-B1B1-B404F6B87B85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D5B72E-A8BC-D3F0-B951-7323F1DCEB75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9CFBFB-58C7-8EE5-0743-4E904B4B634C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E2AA9A-1621-D7F2-171D-6DDBD5F16457}"/>
              </a:ext>
            </a:extLst>
          </p:cNvPr>
          <p:cNvSpPr txBox="1"/>
          <p:nvPr/>
        </p:nvSpPr>
        <p:spPr>
          <a:xfrm>
            <a:off x="10069799" y="1116190"/>
            <a:ext cx="185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ID = 1 if lastID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= null else ID = lastID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F86EAC-6DE8-F8E4-5F4E-597BE3DE9D28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A0A7BC-CBE6-199A-F38A-80FE2BC421F2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DDECC-4C6B-74CE-8706-2A2C347369CD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D31B41-D0E6-8850-05C9-24B6B135446A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5084E0-AD53-C57F-0236-1C067EA33617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A620E6-50BE-66BE-D6FF-8E0E47576A89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71A6D-81FA-63C5-DDE5-59969F11995B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EC34888-0F34-B65B-9211-FECBE7721056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2DCAAD-2F02-5648-C575-3BE1FCA813C9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685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EC55-E3C2-24B5-07AE-9917A6BEF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E88CBE5-5217-FC60-ED50-A5A243E8500B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7A3EA9-BFB2-2FB2-FE15-9DAACFCAAF15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8A3F50-21AE-BAF2-AF73-03D52BDFB0CE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10C47E-A807-92DE-5528-9160F30645A6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A8A4D4E-0A5A-8E13-2EF1-CFBEA26E66BD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12FB6A5-8B04-D02B-403F-6F8567BC82C1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C657CE48-9834-2C97-31C7-7BB3C36C9ECE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5392742-B2E2-616F-EF66-775E1678BD37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MainMenu (access Admin mode will require PIN typed again)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F51AC86-A910-90FC-27ED-D1E9D44AEAB3}"/>
              </a:ext>
            </a:extLst>
          </p:cNvPr>
          <p:cNvSpPr txBox="1"/>
          <p:nvPr/>
        </p:nvSpPr>
        <p:spPr>
          <a:xfrm>
            <a:off x="10222600" y="47334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AdminPage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B2769D-2DE0-A181-0221-40479C2EB1F3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9A6B24-71F5-D849-9AFF-F6EAF6129FA5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4D6EA9-F7A8-A248-4977-B769A8DA823C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A57DA-98F3-0202-3F03-5CFEEF000B98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380A82-E718-F2A6-B262-EE71DEF8EE25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13D1A3-6AF2-4553-576A-EE53541914B0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6BC6E0-432F-2FEB-42DB-7A891A45F888}"/>
              </a:ext>
            </a:extLst>
          </p:cNvPr>
          <p:cNvSpPr txBox="1"/>
          <p:nvPr/>
        </p:nvSpPr>
        <p:spPr>
          <a:xfrm>
            <a:off x="10069799" y="1116190"/>
            <a:ext cx="185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ID = 1 if lastID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= null else ID = lastID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A793AD-1CF7-7A0B-4CEC-1D0A9DFDF8A8}"/>
              </a:ext>
            </a:extLst>
          </p:cNvPr>
          <p:cNvSpPr/>
          <p:nvPr/>
        </p:nvSpPr>
        <p:spPr>
          <a:xfrm>
            <a:off x="265176" y="3449498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2440EC-F8BC-C2BC-8685-9B035D1313CF}"/>
              </a:ext>
            </a:extLst>
          </p:cNvPr>
          <p:cNvSpPr txBox="1"/>
          <p:nvPr/>
        </p:nvSpPr>
        <p:spPr>
          <a:xfrm>
            <a:off x="337176" y="3597737"/>
            <a:ext cx="26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VMID: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BB4B55-89C9-8BA2-628D-6B3C5CA6EAA1}"/>
              </a:ext>
            </a:extLst>
          </p:cNvPr>
          <p:cNvSpPr txBox="1"/>
          <p:nvPr/>
        </p:nvSpPr>
        <p:spPr>
          <a:xfrm>
            <a:off x="4416552" y="3593498"/>
            <a:ext cx="499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VM.RANDOM.XXXXXX.THAT.MAKES.NO.SENSE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E64748-EB01-7EC1-DDBB-5BA1041467CF}"/>
              </a:ext>
            </a:extLst>
          </p:cNvPr>
          <p:cNvSpPr txBox="1"/>
          <p:nvPr/>
        </p:nvSpPr>
        <p:spPr>
          <a:xfrm>
            <a:off x="4416552" y="4067968"/>
            <a:ext cx="499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v25.12.1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1A9B89-EBFC-4EBB-79A5-D4C59C9928B5}"/>
              </a:ext>
            </a:extLst>
          </p:cNvPr>
          <p:cNvSpPr txBox="1"/>
          <p:nvPr/>
        </p:nvSpPr>
        <p:spPr>
          <a:xfrm>
            <a:off x="337176" y="4067968"/>
            <a:ext cx="26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Firmware version: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33E3BF-8F0B-6184-4AD6-739CE24F0AC2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Import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Export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60A176-EA00-E756-AAFF-6116EB9F33B2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Power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51743E-494A-579C-B70B-D100EF84429B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Security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Log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1DACEB-D058-ADD0-B949-27DF03720835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Edit</a:t>
            </a:r>
          </a:p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Config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23207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C354E2-89F5-8454-6243-FA44B3D53787}"/>
              </a:ext>
            </a:extLst>
          </p:cNvPr>
          <p:cNvSpPr txBox="1"/>
          <p:nvPr/>
        </p:nvSpPr>
        <p:spPr>
          <a:xfrm>
            <a:off x="2349910" y="1661652"/>
            <a:ext cx="1324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Working on.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43955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CAC05-40AF-7A22-51DC-30D6AEB3F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0EDA15D-2E9E-6496-546B-F92CA76F190D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B61630-8056-25CC-7571-B884FD2DC68F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A4033F-BDA2-82BF-6B8F-352FB3BF6BF9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E7D671-F5E1-92A2-A78C-DC969EE488D7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92E424C-BE01-6BE2-899B-C9EB3F3CF472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F50CA89-31EC-D138-C9D1-E2B4E81A31DA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84D4A7C5-266B-F433-6A52-FBA16142C45F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98CB73C-9550-C0F9-51C0-563398C91AC6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MainMenu (access Admin mode will require PIN typed again)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DFE73A59-025A-3158-AB83-4E5647C49001}"/>
              </a:ext>
            </a:extLst>
          </p:cNvPr>
          <p:cNvSpPr txBox="1"/>
          <p:nvPr/>
        </p:nvSpPr>
        <p:spPr>
          <a:xfrm>
            <a:off x="10222600" y="47334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AdminPage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B59591-39C5-172E-7998-C3A4935D0A30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833E92-80E1-8965-3FAE-0DB275D7461F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679D71-77D9-7E4A-634C-EB64F367E1EB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FB9AB3-557C-F80E-E667-18D885500DE4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BD0F9F-9031-79C2-5158-204A4BA2DE08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BDDD9-B84F-A158-38A8-A5BFF440638C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CB5879-9EF2-51FE-D167-46D906CF2FB9}"/>
              </a:ext>
            </a:extLst>
          </p:cNvPr>
          <p:cNvSpPr txBox="1"/>
          <p:nvPr/>
        </p:nvSpPr>
        <p:spPr>
          <a:xfrm>
            <a:off x="10069799" y="1116190"/>
            <a:ext cx="185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ID = 1 if lastID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= null else ID = lastID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004010-E85E-50B9-C4E0-B62DD92F92C3}"/>
              </a:ext>
            </a:extLst>
          </p:cNvPr>
          <p:cNvSpPr/>
          <p:nvPr/>
        </p:nvSpPr>
        <p:spPr>
          <a:xfrm>
            <a:off x="265176" y="3449498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2DB37A-D119-C206-7DEF-21384A0790C3}"/>
              </a:ext>
            </a:extLst>
          </p:cNvPr>
          <p:cNvSpPr txBox="1"/>
          <p:nvPr/>
        </p:nvSpPr>
        <p:spPr>
          <a:xfrm>
            <a:off x="337176" y="3597737"/>
            <a:ext cx="26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VMID: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C1C5CD-0403-8A7B-BD7D-5363CBF63147}"/>
              </a:ext>
            </a:extLst>
          </p:cNvPr>
          <p:cNvSpPr txBox="1"/>
          <p:nvPr/>
        </p:nvSpPr>
        <p:spPr>
          <a:xfrm>
            <a:off x="4416552" y="3593498"/>
            <a:ext cx="499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VM.RANDOM.XXXXXX.THAT.MAKES.NO.SENSE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96E806-7CF9-AFE5-6DCF-E2587FDE83D3}"/>
              </a:ext>
            </a:extLst>
          </p:cNvPr>
          <p:cNvSpPr txBox="1"/>
          <p:nvPr/>
        </p:nvSpPr>
        <p:spPr>
          <a:xfrm>
            <a:off x="4416552" y="4067968"/>
            <a:ext cx="499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v25.12.1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2A03D2-03DA-49EC-5F41-40B8999483AE}"/>
              </a:ext>
            </a:extLst>
          </p:cNvPr>
          <p:cNvSpPr txBox="1"/>
          <p:nvPr/>
        </p:nvSpPr>
        <p:spPr>
          <a:xfrm>
            <a:off x="337176" y="4067968"/>
            <a:ext cx="26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Firmware version: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1DF7A0-CE6B-A1ED-4882-3A40487581CF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Import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Export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254D3C7-5D63-280F-70ED-80B1B52798F5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Power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C2C283-968B-C8B8-DCE5-E5CDDB195986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Security</a:t>
            </a:r>
          </a:p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Log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02DD432-9C1B-EEDF-6765-42D3906B00C6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Edit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Config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0325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E2B2C-D8A3-3AE3-E736-84DA46128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F2D4FF1-67F0-C4C1-4B44-9FA3F05748E2}"/>
              </a:ext>
            </a:extLst>
          </p:cNvPr>
          <p:cNvSpPr txBox="1"/>
          <p:nvPr/>
        </p:nvSpPr>
        <p:spPr>
          <a:xfrm>
            <a:off x="2349910" y="1661652"/>
            <a:ext cx="1324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Working on.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36053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3D416-AB5B-EFD5-9B5E-D33AD8F4B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623C7-F279-6111-D3A8-6D9385462014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DF2D4B-678E-8386-2D5A-C404193684A9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F0DC0B-B397-E971-BA1B-7E3DC997A400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103563-C822-0B0B-D1A2-750FF1D5825A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674E58-CD91-80F0-04B0-53A6FBF4F309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0AE278A-FE73-DCF7-EF9F-F9412411FB16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E42B1429-88A5-CB17-CD9C-9CC50EBF8239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CB1F672-7DA4-D0EF-A171-0C459345BB12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MainMenu (access Admin mode will require PIN typed again)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C6636E7-5298-68A8-D8EB-71856437F498}"/>
              </a:ext>
            </a:extLst>
          </p:cNvPr>
          <p:cNvSpPr txBox="1"/>
          <p:nvPr/>
        </p:nvSpPr>
        <p:spPr>
          <a:xfrm>
            <a:off x="10222600" y="47334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AdminPage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4969F-56F5-D97C-B2F7-2427C5F6B1FC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04E2AA-E00A-0644-9FFA-B0CDC9CA5074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5EBF6B-8ECF-59A7-8A6C-5EE04CA160B0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F8507-6AA1-E7FC-3CAC-9FB4A3C403F9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ED55DB-D046-5585-1344-4F2194330860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5F418A-6633-F1C7-3923-30C228D18523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78485F-A4D2-E12A-A9BD-A4028E0E25B7}"/>
              </a:ext>
            </a:extLst>
          </p:cNvPr>
          <p:cNvSpPr txBox="1"/>
          <p:nvPr/>
        </p:nvSpPr>
        <p:spPr>
          <a:xfrm>
            <a:off x="10069799" y="1116190"/>
            <a:ext cx="185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ID = 1 if lastID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= null else ID = lastID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94310-A7AA-7103-4B76-EDACFD29C265}"/>
              </a:ext>
            </a:extLst>
          </p:cNvPr>
          <p:cNvSpPr/>
          <p:nvPr/>
        </p:nvSpPr>
        <p:spPr>
          <a:xfrm>
            <a:off x="265176" y="3449498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7EDDD1-0814-9DC5-E567-4908116E1998}"/>
              </a:ext>
            </a:extLst>
          </p:cNvPr>
          <p:cNvSpPr txBox="1"/>
          <p:nvPr/>
        </p:nvSpPr>
        <p:spPr>
          <a:xfrm>
            <a:off x="337176" y="3597737"/>
            <a:ext cx="26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VMID: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AABB17-0A91-BB10-1FCE-6D3912C5BB18}"/>
              </a:ext>
            </a:extLst>
          </p:cNvPr>
          <p:cNvSpPr txBox="1"/>
          <p:nvPr/>
        </p:nvSpPr>
        <p:spPr>
          <a:xfrm>
            <a:off x="4416552" y="3593498"/>
            <a:ext cx="499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VM.RANDOM.XXXXXX.THAT.MAKES.NO.SENSE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4BB926-3531-65F4-BA35-89E1B1778994}"/>
              </a:ext>
            </a:extLst>
          </p:cNvPr>
          <p:cNvSpPr txBox="1"/>
          <p:nvPr/>
        </p:nvSpPr>
        <p:spPr>
          <a:xfrm>
            <a:off x="4416552" y="4067968"/>
            <a:ext cx="499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v25.12.1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212447-5E13-AE18-0364-E43132F1F835}"/>
              </a:ext>
            </a:extLst>
          </p:cNvPr>
          <p:cNvSpPr txBox="1"/>
          <p:nvPr/>
        </p:nvSpPr>
        <p:spPr>
          <a:xfrm>
            <a:off x="337176" y="4067968"/>
            <a:ext cx="26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Firmware version: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52861B-CF4B-6256-881D-D8C52ADE9EE7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Import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Export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7815B5-C807-652C-267A-CC7E3E73B12E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Power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09E125-5C1B-4D0E-DE2F-B4719F43C24D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Security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Log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FCCE619-28D0-B1A6-1E86-40C45E4AA901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Edit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Config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56071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8DA25-3536-0A6E-F563-A252065C6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3FA8445-5DD7-95C5-DA45-9B6831198CBA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1B1FC2-94C9-9640-BDF0-9B3CFCD9D36C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8E0B2-279C-7A1B-15E8-3938A61397AF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9DED7BD-6BE7-6CE5-3E52-3DC325FE3AA1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DD77692-58AC-6DE2-4F66-BA27A5E0FB69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55267C-05D0-2606-91E5-574DAD7AAFF1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2FEC2B6-B420-EAE9-B431-4C8346FE9A3D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B0C54D04-DBA1-92E2-136C-7A6FF931A6E5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pointer around and select options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option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back to AdminPage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86A4674-C51F-0623-B791-EB20A0AAC38F}"/>
              </a:ext>
            </a:extLst>
          </p:cNvPr>
          <p:cNvSpPr txBox="1"/>
          <p:nvPr/>
        </p:nvSpPr>
        <p:spPr>
          <a:xfrm>
            <a:off x="10222600" y="473348"/>
            <a:ext cx="120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+mj-lt"/>
                <a:cs typeface="Cascadia Code" panose="020B0609020000020004" pitchFamily="49" charset="0"/>
              </a:rPr>
              <a:t>PowerPage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0451C1-D90E-E0D9-7CE7-369FC95290DD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7B4D43-0F77-23EF-8E83-5C229F7E0B03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749362-2E80-E921-DA27-BF641696329C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1ED1A5-C204-C8F4-C64B-9FE211FDE87B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9B2B8F-59D6-E0F0-51F4-7394C93EB851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0695DC-BC05-2C13-F6A3-9CE9463F4206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84174D-2087-A3FB-3C95-D3F46BC738AD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Shutdown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BC634-F652-5661-007F-72F00D18C1F8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Restart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729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9C676-C564-3377-ACA0-ED8CF848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A0C75A-D20E-D44C-8FC7-A09E5261D2DC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ABCD07-6773-B477-47A2-6429B2010575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E0CC57-1059-600E-CA2C-A580B4FB0E29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C45D86-2628-A965-BDBC-0635230CFC40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563C1D0-BFCC-8F19-7162-A39A27E53054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82AB215-DBAD-6A34-E251-DE2BE0B7BAAF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66E3C822-7BB4-4C13-0BDC-341058CD208A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397C83AE-FB8A-DD9B-BED6-B70B694E814E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try again, attempt --;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20EBA1F-2D06-84E6-956B-1B279904D5C7}"/>
              </a:ext>
            </a:extLst>
          </p:cNvPr>
          <p:cNvSpPr txBox="1"/>
          <p:nvPr/>
        </p:nvSpPr>
        <p:spPr>
          <a:xfrm>
            <a:off x="10222600" y="473348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AdPassPage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7BD46C-5C8A-8467-77D6-1F048CA6BC71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E22426-A26C-68AA-AE72-31E8564C5179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A0FD3-05A1-9C7B-5728-0A3B1768D8F3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FFD9B-9AF5-D60A-06EC-B2D4D9702542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AF620D-FBD5-F728-FBF3-AA8E2DDCB3B4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06D472-285E-6A18-0100-A013910D6A87}"/>
              </a:ext>
            </a:extLst>
          </p:cNvPr>
          <p:cNvSpPr txBox="1"/>
          <p:nvPr/>
        </p:nvSpPr>
        <p:spPr>
          <a:xfrm>
            <a:off x="4107583" y="1204745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 PIN: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64415A-E1E5-9CAE-6D54-4A12BBC49D35}"/>
              </a:ext>
            </a:extLst>
          </p:cNvPr>
          <p:cNvSpPr txBox="1"/>
          <p:nvPr/>
        </p:nvSpPr>
        <p:spPr>
          <a:xfrm>
            <a:off x="4034537" y="2822559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attempt(s) left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49482B4-A5AD-46F5-DBBB-3E5F6D6AF8BA}"/>
              </a:ext>
            </a:extLst>
          </p:cNvPr>
          <p:cNvSpPr/>
          <p:nvPr/>
        </p:nvSpPr>
        <p:spPr>
          <a:xfrm>
            <a:off x="265176" y="33781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9D442-9E43-CE7F-F34B-858727BE5D95}"/>
              </a:ext>
            </a:extLst>
          </p:cNvPr>
          <p:cNvSpPr txBox="1"/>
          <p:nvPr/>
        </p:nvSpPr>
        <p:spPr>
          <a:xfrm>
            <a:off x="3637122" y="2819023"/>
            <a:ext cx="319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6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A91A6B-EE7D-6816-5ED1-7D905B188DB6}"/>
              </a:ext>
            </a:extLst>
          </p:cNvPr>
          <p:cNvSpPr txBox="1"/>
          <p:nvPr/>
        </p:nvSpPr>
        <p:spPr>
          <a:xfrm>
            <a:off x="8012639" y="4639525"/>
            <a:ext cx="1396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TRY AGAIN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322FD9-B06C-5D4D-D0DA-F9375ECEB76C}"/>
              </a:ext>
            </a:extLst>
          </p:cNvPr>
          <p:cNvSpPr txBox="1"/>
          <p:nvPr/>
        </p:nvSpPr>
        <p:spPr>
          <a:xfrm>
            <a:off x="1385932" y="3594197"/>
            <a:ext cx="7872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Violations of private property rights will be prosecuted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73549E-80DF-F80B-E2A4-40D3029E16D7}"/>
              </a:ext>
            </a:extLst>
          </p:cNvPr>
          <p:cNvSpPr txBox="1"/>
          <p:nvPr/>
        </p:nvSpPr>
        <p:spPr>
          <a:xfrm>
            <a:off x="1385932" y="4011194"/>
            <a:ext cx="6736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 the fullest extent of the law.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2EF967B-D958-07AB-C62E-C96559CAE893}"/>
              </a:ext>
            </a:extLst>
          </p:cNvPr>
          <p:cNvSpPr/>
          <p:nvPr/>
        </p:nvSpPr>
        <p:spPr>
          <a:xfrm>
            <a:off x="337176" y="3522197"/>
            <a:ext cx="913774" cy="9137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!</a:t>
            </a:r>
            <a:endParaRPr lang="vi-VN" sz="6600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1E4F29-69E0-7CEB-48B8-C7288CA095D4}"/>
              </a:ext>
            </a:extLst>
          </p:cNvPr>
          <p:cNvSpPr txBox="1"/>
          <p:nvPr/>
        </p:nvSpPr>
        <p:spPr>
          <a:xfrm>
            <a:off x="3137946" y="1693196"/>
            <a:ext cx="3470460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344790-3C9A-BC0E-15AA-6082B4DA6B56}"/>
              </a:ext>
            </a:extLst>
          </p:cNvPr>
          <p:cNvSpPr txBox="1"/>
          <p:nvPr/>
        </p:nvSpPr>
        <p:spPr>
          <a:xfrm>
            <a:off x="3968754" y="229920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LOGIN FAILED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10ED2D-2E1D-F291-F2FE-3FDD23809B59}"/>
              </a:ext>
            </a:extLst>
          </p:cNvPr>
          <p:cNvSpPr txBox="1"/>
          <p:nvPr/>
        </p:nvSpPr>
        <p:spPr>
          <a:xfrm>
            <a:off x="10069799" y="1116190"/>
            <a:ext cx="18570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Attempt = 6 if lastAttempt &lt;= 0 else attempt = lastAttempt.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Reset every 2 hours</a:t>
            </a:r>
          </a:p>
        </p:txBody>
      </p:sp>
    </p:spTree>
    <p:extLst>
      <p:ext uri="{BB962C8B-B14F-4D97-AF65-F5344CB8AC3E}">
        <p14:creationId xmlns:p14="http://schemas.microsoft.com/office/powerpoint/2010/main" val="33867016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FE598-FE90-CFF7-2574-0F2B63B6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DAE991-F258-9ABA-B151-7DA2449F8BA4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4EBC5F-1BDE-8A8B-62D3-9CCA6DDE9378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9089C2-9F8E-2C73-27EC-F1F3AD22A225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4B32A5-F7C6-61F2-FAFA-BCCEC6CCC030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68F0E21-ED2A-A334-74FC-66C1A0530779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5EBC9DA-8B8F-EF1E-26DD-5129DA3577F1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2447D355-0F9C-87D7-5867-788B762EB1B8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9010F17-A912-EB3A-36F6-D9664A0D6DD6}"/>
              </a:ext>
            </a:extLst>
          </p:cNvPr>
          <p:cNvSpPr txBox="1"/>
          <p:nvPr/>
        </p:nvSpPr>
        <p:spPr>
          <a:xfrm>
            <a:off x="265176" y="5139082"/>
            <a:ext cx="118049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input to PIN field as secret passcode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submit PIN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chars, if the field is null, press DEL will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to Pin field as secret passcode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PIN field validation (passcode stored as plaintext but can be alternated in ConfigPage, required to have 8 chars included numbers and arrows, display as “*” instead of plaintext, no hide/unhide action to skim through the PIN while entering)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742643AF-109A-32D4-11B0-395A59789713}"/>
              </a:ext>
            </a:extLst>
          </p:cNvPr>
          <p:cNvSpPr txBox="1"/>
          <p:nvPr/>
        </p:nvSpPr>
        <p:spPr>
          <a:xfrm>
            <a:off x="10222600" y="473348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AdPassPage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EFF1D6-6BAA-AEC7-0AB6-300BC5CF037C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032A70-D4D1-E21C-EFEB-D5381F40D8F6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B05238-3E97-81EE-F160-652C9AA60DCE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5348F4-B647-08BA-1D56-5A67E55AE2A8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B8872D-80E5-B54D-C1AC-9136C117F960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3AF5D3-B8E6-FEC0-8942-2D7FCF6F2B10}"/>
              </a:ext>
            </a:extLst>
          </p:cNvPr>
          <p:cNvSpPr txBox="1"/>
          <p:nvPr/>
        </p:nvSpPr>
        <p:spPr>
          <a:xfrm>
            <a:off x="4107583" y="1204745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 PIN: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654914-73EC-CC3C-007D-36E4E8AC8EAB}"/>
              </a:ext>
            </a:extLst>
          </p:cNvPr>
          <p:cNvSpPr txBox="1"/>
          <p:nvPr/>
        </p:nvSpPr>
        <p:spPr>
          <a:xfrm>
            <a:off x="4034537" y="2822559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attempt(s) left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1DAA9B9-A465-48FA-CB3C-0BCDCB47F809}"/>
              </a:ext>
            </a:extLst>
          </p:cNvPr>
          <p:cNvSpPr/>
          <p:nvPr/>
        </p:nvSpPr>
        <p:spPr>
          <a:xfrm>
            <a:off x="265176" y="33781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122A10-A082-5387-BCE1-E7A9A9344D37}"/>
              </a:ext>
            </a:extLst>
          </p:cNvPr>
          <p:cNvSpPr txBox="1"/>
          <p:nvPr/>
        </p:nvSpPr>
        <p:spPr>
          <a:xfrm>
            <a:off x="3637122" y="2819023"/>
            <a:ext cx="319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5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CA14F8-8165-3EB0-FC19-1FB23E608744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6E6882-6D68-1119-5464-759DB60F432C}"/>
              </a:ext>
            </a:extLst>
          </p:cNvPr>
          <p:cNvSpPr txBox="1"/>
          <p:nvPr/>
        </p:nvSpPr>
        <p:spPr>
          <a:xfrm>
            <a:off x="1385932" y="3594197"/>
            <a:ext cx="7872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Violations of private property rights will be prosecuted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E9E7D5-7ADA-E799-4F3D-968247FD9D16}"/>
              </a:ext>
            </a:extLst>
          </p:cNvPr>
          <p:cNvSpPr txBox="1"/>
          <p:nvPr/>
        </p:nvSpPr>
        <p:spPr>
          <a:xfrm>
            <a:off x="1385932" y="4011194"/>
            <a:ext cx="6736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 the fullest extent of the law.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B875AB-1325-7F11-C6EB-9E24F8247CF4}"/>
              </a:ext>
            </a:extLst>
          </p:cNvPr>
          <p:cNvSpPr/>
          <p:nvPr/>
        </p:nvSpPr>
        <p:spPr>
          <a:xfrm>
            <a:off x="337176" y="3522197"/>
            <a:ext cx="913774" cy="9137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!</a:t>
            </a:r>
            <a:endParaRPr lang="vi-VN" sz="6600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823656-073C-6ED1-360F-5B41D2846DD6}"/>
              </a:ext>
            </a:extLst>
          </p:cNvPr>
          <p:cNvSpPr txBox="1"/>
          <p:nvPr/>
        </p:nvSpPr>
        <p:spPr>
          <a:xfrm>
            <a:off x="3137946" y="1693196"/>
            <a:ext cx="3470460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81C380-928E-2291-FC8C-5F77DBE33D0F}"/>
              </a:ext>
            </a:extLst>
          </p:cNvPr>
          <p:cNvSpPr txBox="1"/>
          <p:nvPr/>
        </p:nvSpPr>
        <p:spPr>
          <a:xfrm>
            <a:off x="10069799" y="1116190"/>
            <a:ext cx="18570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Attempt = 6 if lastAttempt &lt;= 0 else attempt = lastAttempt.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Reset every 2 hours</a:t>
            </a:r>
          </a:p>
        </p:txBody>
      </p:sp>
    </p:spTree>
    <p:extLst>
      <p:ext uri="{BB962C8B-B14F-4D97-AF65-F5344CB8AC3E}">
        <p14:creationId xmlns:p14="http://schemas.microsoft.com/office/powerpoint/2010/main" val="31624580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90433-C628-5D27-8D92-BE1F20776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FAB6A8-6D02-6133-F103-205479AAB899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D277-C712-2BE1-1058-F5968DA33033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806A65-B457-C76C-1064-BA62DE9C15B7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AB6207-1709-8F39-11FE-756ADBE46BD9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DC67D76-8D32-2EC4-5885-BC14C36B78ED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CA67109-F8BE-AB07-5D01-4A328A9FC95C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F821C182-C69F-0804-CF01-78A6E8ACBEA5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BF18F443-1DAD-731D-2A80-E4C9FE33B114}"/>
              </a:ext>
            </a:extLst>
          </p:cNvPr>
          <p:cNvSpPr txBox="1"/>
          <p:nvPr/>
        </p:nvSpPr>
        <p:spPr>
          <a:xfrm>
            <a:off x="265176" y="5139082"/>
            <a:ext cx="11804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63EA733-8D87-AF11-903B-850B9BAF622F}"/>
              </a:ext>
            </a:extLst>
          </p:cNvPr>
          <p:cNvSpPr txBox="1"/>
          <p:nvPr/>
        </p:nvSpPr>
        <p:spPr>
          <a:xfrm>
            <a:off x="10222600" y="473348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AdPassPage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B0946C-0CA8-E8E0-5620-3B9D1BB653D5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D12CD3-947D-E802-E706-2478DF24EC20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96EBF6-9736-22D6-E423-0879708F977C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557A5A-5170-4EF6-D22A-25E00D7C77B8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FCD9E4-8FE8-2016-E93A-45A060210145}"/>
              </a:ext>
            </a:extLst>
          </p:cNvPr>
          <p:cNvSpPr txBox="1"/>
          <p:nvPr/>
        </p:nvSpPr>
        <p:spPr>
          <a:xfrm>
            <a:off x="3574470" y="531082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ADMINISTARTOR MODE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3D1F61-0A3A-305E-3784-D708C02344BB}"/>
              </a:ext>
            </a:extLst>
          </p:cNvPr>
          <p:cNvSpPr txBox="1"/>
          <p:nvPr/>
        </p:nvSpPr>
        <p:spPr>
          <a:xfrm>
            <a:off x="4309565" y="1204745"/>
            <a:ext cx="1127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WARNING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E3390F-C24D-7469-E1D2-F8C8E2640C6D}"/>
              </a:ext>
            </a:extLst>
          </p:cNvPr>
          <p:cNvSpPr txBox="1"/>
          <p:nvPr/>
        </p:nvSpPr>
        <p:spPr>
          <a:xfrm>
            <a:off x="3097690" y="2822559"/>
            <a:ext cx="355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ACCESS DENIED at 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DA7DFA9-C642-227A-204D-0FEA53527D6A}"/>
              </a:ext>
            </a:extLst>
          </p:cNvPr>
          <p:cNvSpPr/>
          <p:nvPr/>
        </p:nvSpPr>
        <p:spPr>
          <a:xfrm>
            <a:off x="265176" y="33781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7C0858-DB35-1D84-ED0F-E106ADA9F1B4}"/>
              </a:ext>
            </a:extLst>
          </p:cNvPr>
          <p:cNvSpPr txBox="1"/>
          <p:nvPr/>
        </p:nvSpPr>
        <p:spPr>
          <a:xfrm>
            <a:off x="1385932" y="3594197"/>
            <a:ext cx="7872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Violations of private property rights will be prosecuted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08C52-EF84-3EDC-5B77-E40D7C63A6AA}"/>
              </a:ext>
            </a:extLst>
          </p:cNvPr>
          <p:cNvSpPr txBox="1"/>
          <p:nvPr/>
        </p:nvSpPr>
        <p:spPr>
          <a:xfrm>
            <a:off x="1385932" y="4011194"/>
            <a:ext cx="6736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 the fullest extent of the law.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1B6D23F-6F97-3B5E-C2E0-C96EDCD63FAC}"/>
              </a:ext>
            </a:extLst>
          </p:cNvPr>
          <p:cNvSpPr/>
          <p:nvPr/>
        </p:nvSpPr>
        <p:spPr>
          <a:xfrm>
            <a:off x="337176" y="3522197"/>
            <a:ext cx="913774" cy="9137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!</a:t>
            </a:r>
            <a:endParaRPr lang="vi-VN" sz="6600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1440C5-30D8-765D-A4E1-2F98BFB63011}"/>
              </a:ext>
            </a:extLst>
          </p:cNvPr>
          <p:cNvSpPr txBox="1"/>
          <p:nvPr/>
        </p:nvSpPr>
        <p:spPr>
          <a:xfrm>
            <a:off x="10069799" y="1116190"/>
            <a:ext cx="18570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Attempt = 6 if lastAttempt &lt;= 0 else attempt = lastAttempt.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Reset every 2 hours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3022AC-6D0F-ABF4-A730-C6B6332D3118}"/>
              </a:ext>
            </a:extLst>
          </p:cNvPr>
          <p:cNvSpPr/>
          <p:nvPr/>
        </p:nvSpPr>
        <p:spPr>
          <a:xfrm>
            <a:off x="4416288" y="1752254"/>
            <a:ext cx="913774" cy="9137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!</a:t>
            </a:r>
            <a:endParaRPr lang="vi-VN" sz="6600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108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8F17D-39EB-424E-5433-AF181CB73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659601D-BF36-9FB5-25C7-8E1507549311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F03554-A809-2B24-1BC8-10BEB0387777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A0D5DA-BDD6-CF6F-B288-923C12F3572C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24FB8-B066-499E-5AA5-FE606EF14B76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31FD8E2-24E6-9AC9-E915-84BA5D74E618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990F097-5A32-FFEB-28DF-E7A8727DA2DF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24FB4E1-2998-5A19-02CA-57366380E1E2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54AFF5D-FA77-4054-81F0-252908415479}"/>
              </a:ext>
            </a:extLst>
          </p:cNvPr>
          <p:cNvSpPr txBox="1"/>
          <p:nvPr/>
        </p:nvSpPr>
        <p:spPr>
          <a:xfrm>
            <a:off x="265176" y="5139082"/>
            <a:ext cx="1087509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return to MainMenu with lastID = currID (ID = 1)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9 -&gt; input to ToBuy field, key pressed then enter quantity immediately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0 -&gt;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Quantity field validation: if (input &gt; available) || (input * item.price &gt; balance) then do nothing, else calculate Total</a:t>
            </a:r>
          </a:p>
          <a:p>
            <a:endParaRPr lang="en-US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37DBA97-2183-5606-2E01-057C3F09B94C}"/>
              </a:ext>
            </a:extLst>
          </p:cNvPr>
          <p:cNvSpPr txBox="1"/>
          <p:nvPr/>
        </p:nvSpPr>
        <p:spPr>
          <a:xfrm>
            <a:off x="10222600" y="473348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ItemDetailPage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79818C-40E3-DB92-E06F-466410B2A94C}"/>
              </a:ext>
            </a:extLst>
          </p:cNvPr>
          <p:cNvSpPr txBox="1"/>
          <p:nvPr/>
        </p:nvSpPr>
        <p:spPr>
          <a:xfrm>
            <a:off x="10222600" y="1116190"/>
            <a:ext cx="122822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Name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Price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Cache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ToBuy: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9FEFA-49F4-8260-2352-025E79C39893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9B0FB4-9479-EC03-9809-9B705C5256CE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57DA45-EC0B-CB99-60A7-11C55399CBA5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8453A9-DFF0-00FC-8C85-0955332F0180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3895E4-0B69-3886-0828-E7810ADEE5A3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7C8CE1-D112-8921-32C2-C7BD4BED9244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C86BCE-557E-0F58-C9B1-A2EC7EB9AEDA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98D501-D1CC-3C58-211C-35180E54DAA4}"/>
              </a:ext>
            </a:extLst>
          </p:cNvPr>
          <p:cNvSpPr txBox="1"/>
          <p:nvPr/>
        </p:nvSpPr>
        <p:spPr>
          <a:xfrm>
            <a:off x="2472376" y="1111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no.: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EE6D54-3B4E-E553-0DE6-D0092CC6201C}"/>
              </a:ext>
            </a:extLst>
          </p:cNvPr>
          <p:cNvSpPr txBox="1"/>
          <p:nvPr/>
        </p:nvSpPr>
        <p:spPr>
          <a:xfrm>
            <a:off x="2472376" y="156285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Name: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9CCDB7-03CE-E611-DC6D-558FAF33DD7E}"/>
              </a:ext>
            </a:extLst>
          </p:cNvPr>
          <p:cNvSpPr txBox="1"/>
          <p:nvPr/>
        </p:nvSpPr>
        <p:spPr>
          <a:xfrm>
            <a:off x="2472376" y="199951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Price: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16788-0DCF-BDC8-8649-B075213FB330}"/>
              </a:ext>
            </a:extLst>
          </p:cNvPr>
          <p:cNvSpPr txBox="1"/>
          <p:nvPr/>
        </p:nvSpPr>
        <p:spPr>
          <a:xfrm>
            <a:off x="2472376" y="2442138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Available: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8ED07C-8C0D-C695-3B1A-CD4750E13951}"/>
              </a:ext>
            </a:extLst>
          </p:cNvPr>
          <p:cNvSpPr txBox="1"/>
          <p:nvPr/>
        </p:nvSpPr>
        <p:spPr>
          <a:xfrm>
            <a:off x="4361358" y="1124098"/>
            <a:ext cx="3470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E506CF7-5C33-A076-525C-DECB048D6FAB}"/>
              </a:ext>
            </a:extLst>
          </p:cNvPr>
          <p:cNvSpPr txBox="1"/>
          <p:nvPr/>
        </p:nvSpPr>
        <p:spPr>
          <a:xfrm>
            <a:off x="4361358" y="1560764"/>
            <a:ext cx="3470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4A993D-9868-A9B8-E938-138264A086AB}"/>
              </a:ext>
            </a:extLst>
          </p:cNvPr>
          <p:cNvSpPr txBox="1"/>
          <p:nvPr/>
        </p:nvSpPr>
        <p:spPr>
          <a:xfrm>
            <a:off x="8820553" y="2004761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8F0F98-D73E-06BC-0E69-E73B49DF5822}"/>
              </a:ext>
            </a:extLst>
          </p:cNvPr>
          <p:cNvSpPr txBox="1"/>
          <p:nvPr/>
        </p:nvSpPr>
        <p:spPr>
          <a:xfrm>
            <a:off x="8281944" y="244017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17F6F2-B76A-3878-D1B3-96CDBB7CF91C}"/>
              </a:ext>
            </a:extLst>
          </p:cNvPr>
          <p:cNvSpPr txBox="1"/>
          <p:nvPr/>
        </p:nvSpPr>
        <p:spPr>
          <a:xfrm>
            <a:off x="4361358" y="2004761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500.000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0475D5-5F19-E39F-4844-CA9FF25EF823}"/>
              </a:ext>
            </a:extLst>
          </p:cNvPr>
          <p:cNvSpPr txBox="1"/>
          <p:nvPr/>
        </p:nvSpPr>
        <p:spPr>
          <a:xfrm>
            <a:off x="4361358" y="2438144"/>
            <a:ext cx="347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2B0057B-C29C-406A-68C2-376B2B0EDD38}"/>
              </a:ext>
            </a:extLst>
          </p:cNvPr>
          <p:cNvSpPr/>
          <p:nvPr/>
        </p:nvSpPr>
        <p:spPr>
          <a:xfrm>
            <a:off x="337174" y="1115966"/>
            <a:ext cx="1656000" cy="16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4297DF9-9954-C428-E6D4-2A8FE07E7EBE}"/>
              </a:ext>
            </a:extLst>
          </p:cNvPr>
          <p:cNvSpPr/>
          <p:nvPr/>
        </p:nvSpPr>
        <p:spPr>
          <a:xfrm>
            <a:off x="265176" y="28758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1094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D3E50-8853-CCA9-A807-4747E0127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744374D-DD9B-33C3-669A-56A5576A6CE8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18DE09-AE36-CE4B-2A43-E23131D22D74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AC1D14-7635-785C-1272-796629F8A55D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AD27CD-1BA4-6666-BD2E-B6D94810EC14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2610DE3-1299-DD19-0EAA-4FE93B62D209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56B8AC46-5010-B8D4-4BCA-A21901974AFE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2A7996D3-3CB9-B247-99B7-0C3A8479B20D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95AF3AC-84E1-0056-70D5-B82B36906BFA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9AFB34EB-352B-7529-D2DB-0B71629BB307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834E46E-9EAC-13F2-857A-DF88CD47B5DB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16163EDE-FDD6-9923-4777-3D81EB870C31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80581973-4F62-82B2-7A70-5EF36B91A8FD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3989168E-809D-63D9-09D8-8A8CACFFEB39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4FF390AB-51C3-2701-A7D3-E7CD138ACBE2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9E47F5E-548A-3B53-D47E-75301886E0E8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EA0322A-0AF3-B33C-7EE7-943679C67F92}"/>
              </a:ext>
            </a:extLst>
          </p:cNvPr>
          <p:cNvSpPr txBox="1"/>
          <p:nvPr/>
        </p:nvSpPr>
        <p:spPr>
          <a:xfrm>
            <a:off x="265176" y="5224857"/>
            <a:ext cx="645240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the pointer around and select item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the ItemDetailPage[x]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9 -&gt; pressed then open InsertMoneyPage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0 -&gt; pressed then open AdminPage (only if the balance is 0)</a:t>
            </a:r>
          </a:p>
          <a:p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3FCDDA7-03C1-1DEE-E389-ACE10F39D19C}"/>
              </a:ext>
            </a:extLst>
          </p:cNvPr>
          <p:cNvSpPr txBox="1"/>
          <p:nvPr/>
        </p:nvSpPr>
        <p:spPr>
          <a:xfrm>
            <a:off x="10222600" y="473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MainMenu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B0DE724-5CB1-B02F-21A5-DC44C4B772E7}"/>
              </a:ext>
            </a:extLst>
          </p:cNvPr>
          <p:cNvSpPr txBox="1"/>
          <p:nvPr/>
        </p:nvSpPr>
        <p:spPr>
          <a:xfrm>
            <a:off x="10222600" y="1116190"/>
            <a:ext cx="1897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Point at ID 1 if lastID is null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 16 item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414D6A43-BF8F-04B2-C256-03465D24ED21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164A0F0-3DE3-890B-F565-5D1CA3BE72FB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9C553BB-978C-6C01-0125-63F6B6DD6FA6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B559D594-6A27-C47D-65E7-721C9A0EDE69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51EB44D2-C360-F136-1A09-BE72182F0395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32BC439A-370D-3B58-A7FE-75659FE809D6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7DADD9CE-1BC1-6247-FDE1-A5819CC41C35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9307FAD1-029E-97E3-555C-206A7BE0E1CB}"/>
              </a:ext>
            </a:extLst>
          </p:cNvPr>
          <p:cNvSpPr txBox="1"/>
          <p:nvPr/>
        </p:nvSpPr>
        <p:spPr>
          <a:xfrm>
            <a:off x="337176" y="4639525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U D L R to MOVE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49A4E46B-919D-F67B-2D22-F72464986D57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9539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35A68-BAD0-D8DB-4AAE-1B99960F7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0FFD41-1A73-75EF-C9E4-398B3E5493AC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3F6D32-98B6-E405-B7FE-C41779FB6E11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A2746-91C5-CE6D-6D64-6F168235C1F4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51AEF-E6EB-13ED-1858-0609C64B866B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9F09564-A6E9-567A-93D3-BA8291908565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439182A-A7DA-47CD-3400-9995BD831379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83E071CA-C70F-C4FD-808B-D9339E3B7892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138EE15-C216-C0D0-B01F-DF04C52BDFF7}"/>
              </a:ext>
            </a:extLst>
          </p:cNvPr>
          <p:cNvSpPr txBox="1"/>
          <p:nvPr/>
        </p:nvSpPr>
        <p:spPr>
          <a:xfrm>
            <a:off x="265176" y="5224857"/>
            <a:ext cx="117054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confirm and validate money, if success, update balance and return to MainMenu, else delete all chars and re-enter.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number, if the input field is null,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after last key pressed from MainMenu (validation: max 3 chars, “5”.000 &lt; m &lt; “500”.000)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If no input is detected for longer than 30s, auto delete all chars and return to MainMenu.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5B653CA-B9CA-E746-552B-17ADA0238431}"/>
              </a:ext>
            </a:extLst>
          </p:cNvPr>
          <p:cNvSpPr txBox="1"/>
          <p:nvPr/>
        </p:nvSpPr>
        <p:spPr>
          <a:xfrm>
            <a:off x="10222600" y="473348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InsertMoneyPage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3B9619-7812-9D91-16EB-1CA09EA2AA94}"/>
              </a:ext>
            </a:extLst>
          </p:cNvPr>
          <p:cNvSpPr txBox="1"/>
          <p:nvPr/>
        </p:nvSpPr>
        <p:spPr>
          <a:xfrm>
            <a:off x="10222600" y="1116190"/>
            <a:ext cx="20297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Last key pressed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.000 suffix 1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 VND suffix 2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Error_message: null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88337-4083-D142-07E3-D4BEF9F3D748}"/>
              </a:ext>
            </a:extLst>
          </p:cNvPr>
          <p:cNvSpPr txBox="1"/>
          <p:nvPr/>
        </p:nvSpPr>
        <p:spPr>
          <a:xfrm>
            <a:off x="6800770" y="4042871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500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C26B1-60D3-F7C2-5752-BB58041C6F0F}"/>
              </a:ext>
            </a:extLst>
          </p:cNvPr>
          <p:cNvSpPr txBox="1"/>
          <p:nvPr/>
        </p:nvSpPr>
        <p:spPr>
          <a:xfrm>
            <a:off x="337176" y="193719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your 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D322DC-F93C-8EB5-A873-BBEAB7ED35D7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F16D8-40F3-7877-CFEA-51A514B42A1C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71388B-0455-8FD6-0381-E5941BF08824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9BCA44-8020-1F50-9B26-D36E3F743599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A54BA1-5DCB-85A6-BCC4-7A0487CCED35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DA150C05-9546-8CCD-4738-90BAC78638E8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24309E-6E8B-AEAD-C403-42CA300744A1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3B2C6A-77EE-0943-83B8-354999632B14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22D542-F6DF-250A-E05C-9F8BF8A39352}"/>
              </a:ext>
            </a:extLst>
          </p:cNvPr>
          <p:cNvSpPr txBox="1"/>
          <p:nvPr/>
        </p:nvSpPr>
        <p:spPr>
          <a:xfrm>
            <a:off x="337176" y="4048864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5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E8031B-3B9A-225C-EE15-DA38B3924E6F}"/>
              </a:ext>
            </a:extLst>
          </p:cNvPr>
          <p:cNvSpPr/>
          <p:nvPr/>
        </p:nvSpPr>
        <p:spPr>
          <a:xfrm>
            <a:off x="6278799" y="1922702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CA5912-376C-62BA-D5D1-DCEA87384FDE}"/>
              </a:ext>
            </a:extLst>
          </p:cNvPr>
          <p:cNvSpPr txBox="1"/>
          <p:nvPr/>
        </p:nvSpPr>
        <p:spPr>
          <a:xfrm>
            <a:off x="7998626" y="194052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2A543A-3629-4DDA-3DAF-FA11B80D0118}"/>
              </a:ext>
            </a:extLst>
          </p:cNvPr>
          <p:cNvSpPr txBox="1"/>
          <p:nvPr/>
        </p:nvSpPr>
        <p:spPr>
          <a:xfrm>
            <a:off x="8721901" y="193719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930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CE690-20F0-3596-ACC4-C945E84CF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7E2DC9-E2D0-EA8A-B6B4-97192ABEA0F5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752588-6345-2179-88AB-2A1A1BD45DD0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FF5B1E-E378-A05F-D635-0472B772DFBB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5999CD-BF69-DE6B-9C78-8D5FFB68DB45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36183A3-D8F5-96A1-1471-EC40F53647A8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0246059-3A63-6E5B-3F60-E34EABCA16ED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2F479C66-C6AF-7C3F-5D0E-856D423A0B61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401F9F1-EDEE-0F4F-952C-E3C7F0E4D667}"/>
              </a:ext>
            </a:extLst>
          </p:cNvPr>
          <p:cNvSpPr txBox="1"/>
          <p:nvPr/>
        </p:nvSpPr>
        <p:spPr>
          <a:xfrm>
            <a:off x="265176" y="5224857"/>
            <a:ext cx="117054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confirm and validate money, if success, update balance and return to MainMenu, else delete all chars and re-enter.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number, if the input field is null,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after last key pressed from MainMenu (validation: max 3 chars, “5”.000 &lt; m &lt; “500”.000)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If no input is detected for longer than 30s, auto delete all chars and return to MainMenu.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EDB92F5F-3DB7-2032-01C7-DE364C43BDF9}"/>
              </a:ext>
            </a:extLst>
          </p:cNvPr>
          <p:cNvSpPr txBox="1"/>
          <p:nvPr/>
        </p:nvSpPr>
        <p:spPr>
          <a:xfrm>
            <a:off x="10222600" y="473348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InsertMoneyPage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51AC8D-C68F-3E45-1CA5-FD7B3679AF7B}"/>
              </a:ext>
            </a:extLst>
          </p:cNvPr>
          <p:cNvSpPr txBox="1"/>
          <p:nvPr/>
        </p:nvSpPr>
        <p:spPr>
          <a:xfrm>
            <a:off x="10222600" y="1116190"/>
            <a:ext cx="20297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Last key pressed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.000 suffix 1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 VND suffix 2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Error_message: null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196A39-B45B-76F1-B090-9D85FFFB943D}"/>
              </a:ext>
            </a:extLst>
          </p:cNvPr>
          <p:cNvSpPr txBox="1"/>
          <p:nvPr/>
        </p:nvSpPr>
        <p:spPr>
          <a:xfrm>
            <a:off x="6800770" y="4042871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500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BDF84-1CEB-9DC1-E179-0D2F13F4147F}"/>
              </a:ext>
            </a:extLst>
          </p:cNvPr>
          <p:cNvSpPr txBox="1"/>
          <p:nvPr/>
        </p:nvSpPr>
        <p:spPr>
          <a:xfrm>
            <a:off x="337176" y="193719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your 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180DB-EF35-2E12-ABBF-FCFE83DC0D82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A2FF4A-672A-7A39-0181-30487939A3C9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33D816-AD51-59A3-3E51-FA96C823F73E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A19B59-1C8D-2EF7-48A8-5C9B4600FD14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6C34C7-B8D8-0CB2-29E8-97C142384390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9F8EFC91-8EB3-6680-FC79-58213CCF5E79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77D8F6-5DA1-E533-0998-2EBB07CE97AE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4CD73B-D279-2788-7BF9-EEBAB29E3D79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1CB997-69CC-B672-6506-22F82E73AE36}"/>
              </a:ext>
            </a:extLst>
          </p:cNvPr>
          <p:cNvSpPr txBox="1"/>
          <p:nvPr/>
        </p:nvSpPr>
        <p:spPr>
          <a:xfrm>
            <a:off x="337176" y="4048864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5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27F827-46E0-2F64-8E6D-E7E749E6BB9F}"/>
              </a:ext>
            </a:extLst>
          </p:cNvPr>
          <p:cNvSpPr/>
          <p:nvPr/>
        </p:nvSpPr>
        <p:spPr>
          <a:xfrm>
            <a:off x="6278799" y="1922702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7CB2A7-06CE-E4A1-0406-F6299B8CBEF4}"/>
              </a:ext>
            </a:extLst>
          </p:cNvPr>
          <p:cNvSpPr txBox="1"/>
          <p:nvPr/>
        </p:nvSpPr>
        <p:spPr>
          <a:xfrm>
            <a:off x="7998626" y="194052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0CE7F8-A1D9-E648-DA09-75039B1A98C6}"/>
              </a:ext>
            </a:extLst>
          </p:cNvPr>
          <p:cNvSpPr txBox="1"/>
          <p:nvPr/>
        </p:nvSpPr>
        <p:spPr>
          <a:xfrm>
            <a:off x="8721901" y="193719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0998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14AF-646A-58B7-FA26-273B6414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C20844-501E-687E-1F37-7635179FDD7F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8E42C3-5E67-E909-C1EC-57B3B10BB430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06BF4B-A3DA-938D-66B3-255DF8B223A3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C76CFA-4C8F-1689-4A52-46AD7D1F5F13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71AD3A7-64B6-BE35-CB4B-E2E658232AB8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C0909F4-2FD7-95A1-B8EB-590566EF6F41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734A860F-AC04-2316-CFB7-C6ED4CA28C00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0C845006-9349-A4DC-5961-0420C0534B03}"/>
              </a:ext>
            </a:extLst>
          </p:cNvPr>
          <p:cNvSpPr txBox="1"/>
          <p:nvPr/>
        </p:nvSpPr>
        <p:spPr>
          <a:xfrm>
            <a:off x="265176" y="5224857"/>
            <a:ext cx="117054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confirm and validate money, if success, update balance and return to MainMenu, else delete all chars and re-enter.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number, if the input field is null,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after last key pressed from MainMenu (validation: max 3 chars, “5”.000 &lt; m &lt; “500”.000)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If no input is detected for longer than 30s, auto delete all chars and return to MainMenu.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E38650F-BD4C-8443-BB8D-D3662B9FB8B9}"/>
              </a:ext>
            </a:extLst>
          </p:cNvPr>
          <p:cNvSpPr txBox="1"/>
          <p:nvPr/>
        </p:nvSpPr>
        <p:spPr>
          <a:xfrm>
            <a:off x="10222600" y="473348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InsertMoneyPage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D44684-ACC5-67BB-9D20-8D1DA4B1D939}"/>
              </a:ext>
            </a:extLst>
          </p:cNvPr>
          <p:cNvSpPr txBox="1"/>
          <p:nvPr/>
        </p:nvSpPr>
        <p:spPr>
          <a:xfrm>
            <a:off x="10222600" y="1116190"/>
            <a:ext cx="20297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Last key pressed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.000 suffix 1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 VND suffix 2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Error_message: null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C18E92-6B5A-4FF1-0D2A-5A9E85AA77BA}"/>
              </a:ext>
            </a:extLst>
          </p:cNvPr>
          <p:cNvSpPr txBox="1"/>
          <p:nvPr/>
        </p:nvSpPr>
        <p:spPr>
          <a:xfrm>
            <a:off x="6127508" y="4042871"/>
            <a:ext cx="3281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cash value: 500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2660FA-00D8-A8DD-2D77-FC6FC3F59614}"/>
              </a:ext>
            </a:extLst>
          </p:cNvPr>
          <p:cNvSpPr txBox="1"/>
          <p:nvPr/>
        </p:nvSpPr>
        <p:spPr>
          <a:xfrm>
            <a:off x="337176" y="193719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your 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66F549-1C46-C75F-9B8D-57048C9E6C9A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926165-D3D4-843C-92A1-7A12A6410790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FE4A6B-A394-E960-C84E-732A292032A4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DFF0A6-D9B8-12D4-B595-AF288D0C892E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4E5B25-D1AB-971E-1DDB-7A00653AFB3F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A60D7E6-E4AB-DC81-58E6-1F8770B1B043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278F95-6C30-BD86-5288-BFA4FAC12650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06D396-DA38-CF8C-C02E-3704077CA6A6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D92C54-9E29-58BD-EFCD-9247E548D3E4}"/>
              </a:ext>
            </a:extLst>
          </p:cNvPr>
          <p:cNvSpPr txBox="1"/>
          <p:nvPr/>
        </p:nvSpPr>
        <p:spPr>
          <a:xfrm>
            <a:off x="337176" y="4048864"/>
            <a:ext cx="3012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cash value: 5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DEE1A5-0A60-3265-ECB5-821ACD6DB48E}"/>
              </a:ext>
            </a:extLst>
          </p:cNvPr>
          <p:cNvSpPr/>
          <p:nvPr/>
        </p:nvSpPr>
        <p:spPr>
          <a:xfrm>
            <a:off x="6278799" y="1922702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765E25-4ECA-D86C-E72E-543DB588D909}"/>
              </a:ext>
            </a:extLst>
          </p:cNvPr>
          <p:cNvSpPr txBox="1"/>
          <p:nvPr/>
        </p:nvSpPr>
        <p:spPr>
          <a:xfrm>
            <a:off x="7998626" y="194052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569AB0-0475-380B-43D8-0A2CB95982F6}"/>
              </a:ext>
            </a:extLst>
          </p:cNvPr>
          <p:cNvSpPr txBox="1"/>
          <p:nvPr/>
        </p:nvSpPr>
        <p:spPr>
          <a:xfrm>
            <a:off x="8721901" y="193719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A34070-1328-B961-494D-C32328B07652}"/>
              </a:ext>
            </a:extLst>
          </p:cNvPr>
          <p:cNvSpPr txBox="1"/>
          <p:nvPr/>
        </p:nvSpPr>
        <p:spPr>
          <a:xfrm>
            <a:off x="3232342" y="2981534"/>
            <a:ext cx="3820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ERROR – Cash value invalid.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202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37B7-9771-751B-F1A4-EF438294B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97D6F5-A1B3-43B9-4481-A81ABF5DA68A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12EF46-0060-1F0A-926F-226B35B474FB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841E81-4251-BB6A-D5EA-3A8F0008DF4D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8A3445-BD28-6A7C-3CA4-B57C3CBF5927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5D65C30-9633-9C94-FAFC-98D0904785DC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C17407E-89FE-3BFF-3FCB-AC4F118A8B4A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95FE3B0C-AD0F-8F3B-CB66-73EAC71B3B72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48952B9-3C43-6EC3-9AA0-A9104BFDE2AE}"/>
              </a:ext>
            </a:extLst>
          </p:cNvPr>
          <p:cNvSpPr txBox="1"/>
          <p:nvPr/>
        </p:nvSpPr>
        <p:spPr>
          <a:xfrm>
            <a:off x="265176" y="5224857"/>
            <a:ext cx="117054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confirm and validate money, if success, update balance and return to MainMenu, else delete all chars and re-enter.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number, if the input field is null,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after last key pressed from MainMenu (validation: max 3 chars, “5”.000 &lt; m &lt; “500”.000)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If no input is detected for longer than 30s, auto delete all chars and return to MainMenu.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CEB8697-53B8-9E63-F1A1-D3559F3A0C84}"/>
              </a:ext>
            </a:extLst>
          </p:cNvPr>
          <p:cNvSpPr txBox="1"/>
          <p:nvPr/>
        </p:nvSpPr>
        <p:spPr>
          <a:xfrm>
            <a:off x="10222600" y="473348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InsertMoneyPage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D603C7-EC4D-F9A9-46B8-1208276CE638}"/>
              </a:ext>
            </a:extLst>
          </p:cNvPr>
          <p:cNvSpPr txBox="1"/>
          <p:nvPr/>
        </p:nvSpPr>
        <p:spPr>
          <a:xfrm>
            <a:off x="10222600" y="1116190"/>
            <a:ext cx="20297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Last key pressed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.000 suffix 1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 VND suffix 2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Error_message: null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7ADF12-9E90-6DBB-4514-79D4E1F03F0E}"/>
              </a:ext>
            </a:extLst>
          </p:cNvPr>
          <p:cNvSpPr txBox="1"/>
          <p:nvPr/>
        </p:nvSpPr>
        <p:spPr>
          <a:xfrm>
            <a:off x="6800770" y="4042871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500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3DDD2F-51AE-1C95-9F2A-A04317532E87}"/>
              </a:ext>
            </a:extLst>
          </p:cNvPr>
          <p:cNvSpPr txBox="1"/>
          <p:nvPr/>
        </p:nvSpPr>
        <p:spPr>
          <a:xfrm>
            <a:off x="337176" y="193719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your 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723BF6-5733-1CD4-EDB8-8A3BB1CCAF72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4CCA09-52AC-7376-CB03-54952EB2CA7C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97A80C-18B0-19B3-2D1F-45AAF23ECD7B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24B7A0-883E-DC0E-00D9-3C69C0C1CC59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1EE6FC-B692-B700-F395-A2D425B64E5B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BF064264-FBD8-A7B2-5379-463C16EFDB83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BEA3D5-D49B-271A-3808-F48A32A17837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AD66CB-AD8D-EFB3-236F-598517C1E18A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B48DA7-6311-E461-8890-D7C06387A5A5}"/>
              </a:ext>
            </a:extLst>
          </p:cNvPr>
          <p:cNvSpPr txBox="1"/>
          <p:nvPr/>
        </p:nvSpPr>
        <p:spPr>
          <a:xfrm>
            <a:off x="337176" y="4048864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5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B145CB-39F8-9AD8-A194-7461549B8BD7}"/>
              </a:ext>
            </a:extLst>
          </p:cNvPr>
          <p:cNvSpPr/>
          <p:nvPr/>
        </p:nvSpPr>
        <p:spPr>
          <a:xfrm>
            <a:off x="6278799" y="1922702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18EAA2-B344-DCDB-0D62-4388D464FB07}"/>
              </a:ext>
            </a:extLst>
          </p:cNvPr>
          <p:cNvSpPr txBox="1"/>
          <p:nvPr/>
        </p:nvSpPr>
        <p:spPr>
          <a:xfrm>
            <a:off x="7998626" y="194052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EA3E2A-8CBF-C431-0908-E928245113DC}"/>
              </a:ext>
            </a:extLst>
          </p:cNvPr>
          <p:cNvSpPr txBox="1"/>
          <p:nvPr/>
        </p:nvSpPr>
        <p:spPr>
          <a:xfrm>
            <a:off x="8721901" y="193719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8983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65175-54C2-82DE-32AB-84EB6CE5F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F22799-4839-8C1C-2478-ADB5A8FB0B57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F6C25F-5273-D7B2-EB55-BBA985CF0A8A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96A10D-B513-114E-2DF5-D696D9D33733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29D971-D73C-5989-028B-195EC53341D2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1903B23-93A8-4E84-6993-DCC3A178922D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ACD1F66-AA53-E6AA-2382-D08FFBB0A5EB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09340AE-E978-DFB7-BB0B-72948D59CCBE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9F5954B-B227-198C-D0AC-92006A68FEFC}"/>
              </a:ext>
            </a:extLst>
          </p:cNvPr>
          <p:cNvSpPr txBox="1"/>
          <p:nvPr/>
        </p:nvSpPr>
        <p:spPr>
          <a:xfrm>
            <a:off x="265176" y="5224857"/>
            <a:ext cx="117054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confirm and validate money, if success, update balance and return to MainMenu, else delete all chars and re-enter.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number, if the input field is null,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after last key pressed from MainMenu (validation: max 3 chars, “5”.000 &lt; m &lt; “500”.000)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If no input is detected for longer than 30s, auto delete all chars and return to MainMenu.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FCCB664-0FDD-DBBE-3E00-D0DA0109EF92}"/>
              </a:ext>
            </a:extLst>
          </p:cNvPr>
          <p:cNvSpPr txBox="1"/>
          <p:nvPr/>
        </p:nvSpPr>
        <p:spPr>
          <a:xfrm>
            <a:off x="10222600" y="473348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InsertMoneyPage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A538AE-A2F5-6D3C-E6A9-573A0E27C64D}"/>
              </a:ext>
            </a:extLst>
          </p:cNvPr>
          <p:cNvSpPr txBox="1"/>
          <p:nvPr/>
        </p:nvSpPr>
        <p:spPr>
          <a:xfrm>
            <a:off x="10222600" y="1116190"/>
            <a:ext cx="20297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Last key pressed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.000 suffix 1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 VND suffix 2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Error_message: null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FC304-C3E8-E5D8-B8C5-5B26ACDD7820}"/>
              </a:ext>
            </a:extLst>
          </p:cNvPr>
          <p:cNvSpPr txBox="1"/>
          <p:nvPr/>
        </p:nvSpPr>
        <p:spPr>
          <a:xfrm>
            <a:off x="6800770" y="4042871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500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B6CA10-C0FC-E32E-93C4-AEE1BCD3AEF1}"/>
              </a:ext>
            </a:extLst>
          </p:cNvPr>
          <p:cNvSpPr txBox="1"/>
          <p:nvPr/>
        </p:nvSpPr>
        <p:spPr>
          <a:xfrm>
            <a:off x="337176" y="193719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your 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CD21DD-0412-704B-B8D7-CCF48100444D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51174A-E4C3-65F1-6383-513DB8C7A871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D20EB7-A928-B40E-7809-805CD31EF3AC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731879-C7C0-3BA4-E927-B14FD7C2C23F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4A3FE5-6D3C-E3AD-F588-44E5D8C380AE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CC728871-E535-6260-DA4E-6F08B20E0A18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4C2CBE-45E3-1631-8D2F-8C9999221023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D3E9C4-3F74-D830-DBC3-B6A58B271651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51822F-28CD-492D-3DE9-398580801E0E}"/>
              </a:ext>
            </a:extLst>
          </p:cNvPr>
          <p:cNvSpPr txBox="1"/>
          <p:nvPr/>
        </p:nvSpPr>
        <p:spPr>
          <a:xfrm>
            <a:off x="337176" y="4048864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5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FE724D-1D87-8E5E-11A6-16E88B5F9F33}"/>
              </a:ext>
            </a:extLst>
          </p:cNvPr>
          <p:cNvSpPr/>
          <p:nvPr/>
        </p:nvSpPr>
        <p:spPr>
          <a:xfrm>
            <a:off x="6278799" y="1922702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2338BD-A423-52EF-2273-1B6EB38A12F4}"/>
              </a:ext>
            </a:extLst>
          </p:cNvPr>
          <p:cNvSpPr txBox="1"/>
          <p:nvPr/>
        </p:nvSpPr>
        <p:spPr>
          <a:xfrm>
            <a:off x="7998626" y="194052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17F46D-9D44-52D8-550B-5C3B1EBBAD3B}"/>
              </a:ext>
            </a:extLst>
          </p:cNvPr>
          <p:cNvSpPr txBox="1"/>
          <p:nvPr/>
        </p:nvSpPr>
        <p:spPr>
          <a:xfrm>
            <a:off x="8721901" y="193719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4DB256-9ACB-BB0D-2D1C-C5E61B49E3B3}"/>
              </a:ext>
            </a:extLst>
          </p:cNvPr>
          <p:cNvSpPr txBox="1"/>
          <p:nvPr/>
        </p:nvSpPr>
        <p:spPr>
          <a:xfrm>
            <a:off x="3232342" y="2981534"/>
            <a:ext cx="3820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ERROR – Cash value invalid.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0827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E6F4C-817F-58B8-1B91-F9F6A6F6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2F5B486-DFDF-6358-8988-6A26C2926D7C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D0073D-EEC6-C08B-8717-F8F65F464BEA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8DD8AD-F13F-D112-369C-36FF15F2EFF7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05EAAB-3BCB-AED6-7151-913A00E350D1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A1630B5-1E7E-68FB-2591-0561103288D0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429E507-97D2-8A13-74BC-B600893BCF31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F9AF00B7-12C5-E1B8-E3F8-27C3B8801E13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53DF5B6-1D00-3F8E-DF1A-2154C23E11E3}"/>
              </a:ext>
            </a:extLst>
          </p:cNvPr>
          <p:cNvSpPr txBox="1"/>
          <p:nvPr/>
        </p:nvSpPr>
        <p:spPr>
          <a:xfrm>
            <a:off x="265176" y="5224857"/>
            <a:ext cx="117054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confirm and validate money, if success, update balance and return to MainMenu, else delete all chars and re-enter.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number, if the input field is null,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after last key pressed from MainMenu (validation: max 3 chars, “5”.000 &lt; m &lt; “500”.000)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If no input is detected for longer than 30s, auto delete all chars and return to MainMenu.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726466C-8737-5F24-B309-FE4CF80881B7}"/>
              </a:ext>
            </a:extLst>
          </p:cNvPr>
          <p:cNvSpPr txBox="1"/>
          <p:nvPr/>
        </p:nvSpPr>
        <p:spPr>
          <a:xfrm>
            <a:off x="10222600" y="473348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InsertMoneyPage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B452B7-4276-4996-3C27-B48ED3AA6CC3}"/>
              </a:ext>
            </a:extLst>
          </p:cNvPr>
          <p:cNvSpPr txBox="1"/>
          <p:nvPr/>
        </p:nvSpPr>
        <p:spPr>
          <a:xfrm>
            <a:off x="10222600" y="1116190"/>
            <a:ext cx="20297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Last key pressed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.000 suffix 1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 VND suffix 2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Error_message: null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580C9-0B85-3C5B-5CC6-8B7829AAACFF}"/>
              </a:ext>
            </a:extLst>
          </p:cNvPr>
          <p:cNvSpPr txBox="1"/>
          <p:nvPr/>
        </p:nvSpPr>
        <p:spPr>
          <a:xfrm>
            <a:off x="6800770" y="4042871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500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CB6E80-8A01-0668-E151-408A1DDA9681}"/>
              </a:ext>
            </a:extLst>
          </p:cNvPr>
          <p:cNvSpPr txBox="1"/>
          <p:nvPr/>
        </p:nvSpPr>
        <p:spPr>
          <a:xfrm>
            <a:off x="337176" y="193719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your 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121107-4C2E-5BB1-63F2-005A9D21D6D5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ECAFE-0993-878F-5F54-CFCD20E65576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FBC198-6D9D-6631-D195-6B98BBBC708A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D3CB1F-9308-14B6-78C6-E13B38BA80B8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CE4B37-3F3F-CDDD-9BD7-9101F73CB840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6AEEFC3-9920-8DD7-1B29-96BD16618905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21E78A-6097-7BB4-9FC6-4A5CEA16739B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6FA046-ADB0-FA0B-BC9D-7E8E3EA0FC40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F23E83-A543-3497-B4EC-CAF788D4E3D5}"/>
              </a:ext>
            </a:extLst>
          </p:cNvPr>
          <p:cNvSpPr txBox="1"/>
          <p:nvPr/>
        </p:nvSpPr>
        <p:spPr>
          <a:xfrm>
            <a:off x="337176" y="4048864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5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3E2C53-5A72-96D0-EC15-9249B5D01386}"/>
              </a:ext>
            </a:extLst>
          </p:cNvPr>
          <p:cNvSpPr/>
          <p:nvPr/>
        </p:nvSpPr>
        <p:spPr>
          <a:xfrm>
            <a:off x="6278799" y="1922702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F43190-054C-0380-5FCC-A28CBFDE8339}"/>
              </a:ext>
            </a:extLst>
          </p:cNvPr>
          <p:cNvSpPr txBox="1"/>
          <p:nvPr/>
        </p:nvSpPr>
        <p:spPr>
          <a:xfrm>
            <a:off x="7998626" y="194052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F5470A-639C-B6DF-DD54-21783FB674A4}"/>
              </a:ext>
            </a:extLst>
          </p:cNvPr>
          <p:cNvSpPr txBox="1"/>
          <p:nvPr/>
        </p:nvSpPr>
        <p:spPr>
          <a:xfrm>
            <a:off x="8721901" y="193719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293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5F55E-7FE1-00C5-A5C8-80ED1B6F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0D8F67-BB18-70DC-D8A2-A162CEF86F64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EECF49-8094-C84E-E96E-390371697CE1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6CF0A5-36D5-9D6D-51FA-421439429011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35BD16-A670-A193-369A-9FA3847ADA93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6536B0-5354-A28A-B56F-2AFE74014F52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81861A7-04B3-627A-57C8-EEE3B9CF550F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FEA0A1A0-3B3B-0FA0-2045-C5F4D75CE5D5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04F127E6-FDF3-E44F-CE39-1C4A73851120}"/>
              </a:ext>
            </a:extLst>
          </p:cNvPr>
          <p:cNvSpPr txBox="1"/>
          <p:nvPr/>
        </p:nvSpPr>
        <p:spPr>
          <a:xfrm>
            <a:off x="265176" y="5224857"/>
            <a:ext cx="117054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confirm and validate money, if success, update balance and return to MainMenu, else delete all chars and re-enter.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delete previous number, if the input field is null,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input after last key pressed from MainMenu (validation: max 3 chars, “5”.000 &lt; m &lt; “500”.000)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If no input is detected for longer than 30s, auto delete all chars and return to MainMenu.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AABDB59-BD07-A901-510F-3B0FCFBDF5D4}"/>
              </a:ext>
            </a:extLst>
          </p:cNvPr>
          <p:cNvSpPr txBox="1"/>
          <p:nvPr/>
        </p:nvSpPr>
        <p:spPr>
          <a:xfrm>
            <a:off x="10222600" y="473348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InsertMoneyPage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37B0E8-D642-351E-5BD4-AE47700FB167}"/>
              </a:ext>
            </a:extLst>
          </p:cNvPr>
          <p:cNvSpPr txBox="1"/>
          <p:nvPr/>
        </p:nvSpPr>
        <p:spPr>
          <a:xfrm>
            <a:off x="10222600" y="1116190"/>
            <a:ext cx="202972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Last key pressed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.000 suffix 1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+ VND suffix 2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Error_message: null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16A586-94E2-684F-7FFB-D68B3CC335E6}"/>
              </a:ext>
            </a:extLst>
          </p:cNvPr>
          <p:cNvSpPr txBox="1"/>
          <p:nvPr/>
        </p:nvSpPr>
        <p:spPr>
          <a:xfrm>
            <a:off x="6800770" y="4042871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500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46574E-3BBE-8B15-5D33-07339E539907}"/>
              </a:ext>
            </a:extLst>
          </p:cNvPr>
          <p:cNvSpPr txBox="1"/>
          <p:nvPr/>
        </p:nvSpPr>
        <p:spPr>
          <a:xfrm>
            <a:off x="337176" y="193719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your 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3004E-30DB-E4CA-31E5-FF55051C41E8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778618-F387-9961-8347-4846FC914C8C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63214-6EC4-286A-8527-F1B4E79DF404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A01019-23EB-EBC8-6258-9F4A68B02A49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1C6955-7539-46F8-3FB2-A39A7D4570FC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81385551-D01F-0C56-64E2-CC557F091930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984025-D53D-52C5-6389-EDAFDCA4F7DA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88AF02-B419-C24E-A7FE-FDB86E92EDDF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80EBED-FED9-A51B-17A7-90117D400719}"/>
              </a:ext>
            </a:extLst>
          </p:cNvPr>
          <p:cNvSpPr txBox="1"/>
          <p:nvPr/>
        </p:nvSpPr>
        <p:spPr>
          <a:xfrm>
            <a:off x="337176" y="4048864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5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E813D2-FDCA-F910-474F-3C1D602A8A39}"/>
              </a:ext>
            </a:extLst>
          </p:cNvPr>
          <p:cNvSpPr/>
          <p:nvPr/>
        </p:nvSpPr>
        <p:spPr>
          <a:xfrm>
            <a:off x="6278799" y="1922702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0F24E6-6338-B846-7C97-942052796F6C}"/>
              </a:ext>
            </a:extLst>
          </p:cNvPr>
          <p:cNvSpPr txBox="1"/>
          <p:nvPr/>
        </p:nvSpPr>
        <p:spPr>
          <a:xfrm>
            <a:off x="7998626" y="194052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EE61CB-2A2C-175D-023D-959183C92F0E}"/>
              </a:ext>
            </a:extLst>
          </p:cNvPr>
          <p:cNvSpPr txBox="1"/>
          <p:nvPr/>
        </p:nvSpPr>
        <p:spPr>
          <a:xfrm>
            <a:off x="8721901" y="193719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9063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FD767-42EA-AE08-2D9A-BB3399236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9203C0-748E-D1FF-B543-A4774BF57D67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E6CACB-C857-6011-F41E-E2ECC00484F5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69A2F-FD70-2191-A292-7C7C57071B3A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DA862A-3D5B-058E-F180-DD252C69F79F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89FC67B6-A756-5BB5-82EA-78E7BE7A8A48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59F23BB-3F19-2BCB-6439-BD668A5A55B6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CDE86FFD-8AD3-E122-FBD7-4A28B596C045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E2B16BB-24F6-5470-CF4B-A6A6B7EEA843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6A71AD15-76C2-8A66-0D8A-B1FB06940D33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848EB39-9A79-ECF4-1AF4-2B14EBBE8383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CDB74FCB-4DD1-06A8-5AA2-54C5B43F0BBE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2BBD760-4921-DB4D-B5CD-BB4CDBF78071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39FD2DE-B7EC-839A-5842-1E330C4FC285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F6E6884-DA38-7353-7618-E5D5F53E1FC5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B61F65FD-865B-1B14-0EAC-594CE2DCDB26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1203B61-98C2-F2AE-9F5D-1747FDBDD8BB}"/>
              </a:ext>
            </a:extLst>
          </p:cNvPr>
          <p:cNvSpPr txBox="1"/>
          <p:nvPr/>
        </p:nvSpPr>
        <p:spPr>
          <a:xfrm>
            <a:off x="265176" y="5224857"/>
            <a:ext cx="64524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the pointer around and select item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the ItemDetailPage[x]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go to PayPage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0-&gt; do nothing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B847F4D-1956-37FC-1D62-F9B874398464}"/>
              </a:ext>
            </a:extLst>
          </p:cNvPr>
          <p:cNvSpPr txBox="1"/>
          <p:nvPr/>
        </p:nvSpPr>
        <p:spPr>
          <a:xfrm>
            <a:off x="10222600" y="473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MainMenu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7F999F4-A287-27B5-46AE-2E06B6C0804F}"/>
              </a:ext>
            </a:extLst>
          </p:cNvPr>
          <p:cNvSpPr txBox="1"/>
          <p:nvPr/>
        </p:nvSpPr>
        <p:spPr>
          <a:xfrm>
            <a:off x="10222600" y="1116190"/>
            <a:ext cx="1897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Point at ID 1 if lastID is null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 16 item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67CA3EE-FCD5-465D-9947-49DA4A62D90A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90FF948-DB0C-3D89-CAE2-D47467A24B8C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ED5A2E19-FA1C-A49F-788B-D1F925BE749E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D27FE1D-CA65-B2BA-AE2A-C266ED8B0D4A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A0623759-9695-84AE-62DF-507A92685E9A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5F9DA86-32BE-BB4C-FF6D-72F9FC9AC4D2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2968997-C368-25F5-55F3-52CC4A2ED010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A869AF7B-3DC5-31D7-8C9B-274C486C2AA5}"/>
              </a:ext>
            </a:extLst>
          </p:cNvPr>
          <p:cNvSpPr txBox="1"/>
          <p:nvPr/>
        </p:nvSpPr>
        <p:spPr>
          <a:xfrm>
            <a:off x="337176" y="463952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PAY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E2948A-D9B3-21FB-55F6-88C0DEDD2422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63713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380A6-ED78-8F01-91B7-CEDC724BE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A27438-8B63-D794-2137-63EC114B68C9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FBBA18-0A79-EEE8-DF43-6C9E1EBCC73B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070DAA-1AC3-7DD9-D17F-1E959DC48B7A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0FD588-8D67-CE12-E91E-44AD5CEEA485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AE716A2-FDFD-C607-0514-2DB5950FA742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D50D6-1F10-3530-3213-E9DFCAAB5C47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D30B4145-81B2-4F40-6B6A-F27CD70A3970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03E12BD5-DFDB-9316-D303-1AAB8C1E0D00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463ADC6C-9E0F-8A2E-7DE4-08C1960A189C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2B3187A-822D-8829-27CA-D40EC7BB6DDE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514B765A-DC77-0FCB-46C2-91A43F09B4B5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F0240F8-997D-5F9D-6FF8-226B62273E58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FD4133B-8BDF-0ACD-FD09-4AB7308C6D42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CD7A3A0-26A9-09C4-868A-59DE06AEBC96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6F9EF689-2492-6993-ED77-FBA6CA45DBC4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2744AAA-A371-A03E-83CA-7A818814CDCD}"/>
              </a:ext>
            </a:extLst>
          </p:cNvPr>
          <p:cNvSpPr txBox="1"/>
          <p:nvPr/>
        </p:nvSpPr>
        <p:spPr>
          <a:xfrm>
            <a:off x="265176" y="5224857"/>
            <a:ext cx="64524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the pointer around and select item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the ItemDetailPage[x]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go to PayPage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A8ADB611-9FFE-DE85-6BEC-EF4BF3E8BA08}"/>
              </a:ext>
            </a:extLst>
          </p:cNvPr>
          <p:cNvSpPr txBox="1"/>
          <p:nvPr/>
        </p:nvSpPr>
        <p:spPr>
          <a:xfrm>
            <a:off x="10222600" y="473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MainMenu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D9BEDB06-7DEC-28DF-D88B-D0ECE153D0CE}"/>
              </a:ext>
            </a:extLst>
          </p:cNvPr>
          <p:cNvSpPr txBox="1"/>
          <p:nvPr/>
        </p:nvSpPr>
        <p:spPr>
          <a:xfrm>
            <a:off x="10222600" y="1116190"/>
            <a:ext cx="18437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Point at ID 1 if lastID is null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 16 item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35D20FC-E475-2BF2-2EE3-864742876A59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6D466DF-E6F7-F9A2-496C-AAF15406A800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D3BCCC8-0DE1-6268-8D83-50C3B11196CF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A5EA012-52A2-196C-0CC0-2E4D3FE5D428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CD15F92A-6098-4525-E557-67B3646EC6FA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A3025E2A-C4F8-6CD4-79FA-BBEAB6B0F749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989539A-7E75-7F27-486E-06A8794D6401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D6783DA4-0A8F-36D6-8149-89A8C8E47DEC}"/>
              </a:ext>
            </a:extLst>
          </p:cNvPr>
          <p:cNvSpPr txBox="1"/>
          <p:nvPr/>
        </p:nvSpPr>
        <p:spPr>
          <a:xfrm>
            <a:off x="337176" y="463952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PAY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128C71-3361-29A4-C564-126D16019E57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1807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1AC02-99D9-D474-5230-2BF2A787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88A6F7-FB28-27B9-B106-5FB5975F860C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E5AA01-0423-5DFF-869B-EC6E260A63D1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0667E5-858B-0A99-76BC-E8D38553E174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D43DAE-56C8-C77E-8527-F01291801948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B93D9D4-609E-0BA8-6F6B-D32C32C9A856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27F61C4-B1F9-105E-E3A5-6D6CDDD64C76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1ED850E1-D9EE-8550-F740-DF9274205CBD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1E60D30-CF0D-B79C-A9B2-2D428013B22F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Wife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4A2A28DE-FD5C-C309-1CEA-46FF402F55FF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Motorbike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5008F734-B9D8-E29D-06E4-4841E2533524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BB485E96-2A3D-DC23-FF5B-7FEFFC99E84C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House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180EAFC-BDAC-CFB3-B9E2-DD2A51A44A18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Clothes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278038BA-AE18-6077-7E91-313FD607BFE5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Gun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C7DE4CBD-17E3-458A-33DA-4709D8480C01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PC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F7848529-F8EE-91CB-90C7-F72180D78B7F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TV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F2163BE6-112F-D12C-796C-2F2D4B45C1C0}"/>
              </a:ext>
            </a:extLst>
          </p:cNvPr>
          <p:cNvSpPr txBox="1"/>
          <p:nvPr/>
        </p:nvSpPr>
        <p:spPr>
          <a:xfrm>
            <a:off x="265176" y="5224857"/>
            <a:ext cx="108686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the pointer around and select item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the ItemDetailPage[x], currently, Gun is not available due to item.enable = false or item.available = 0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go to PayPage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2718A41-ED77-76E1-3110-6806A57724EB}"/>
              </a:ext>
            </a:extLst>
          </p:cNvPr>
          <p:cNvSpPr txBox="1"/>
          <p:nvPr/>
        </p:nvSpPr>
        <p:spPr>
          <a:xfrm>
            <a:off x="10222600" y="473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MainMenu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C8DA4CF-0DB9-1B24-AF09-B0704F9F6B48}"/>
              </a:ext>
            </a:extLst>
          </p:cNvPr>
          <p:cNvSpPr txBox="1"/>
          <p:nvPr/>
        </p:nvSpPr>
        <p:spPr>
          <a:xfrm>
            <a:off x="10222600" y="1116190"/>
            <a:ext cx="18437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Point at ID 1 if lastID is null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 16 item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B86B60B-81F7-492C-1003-3DBA99582E22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FDA98471-0148-174A-21CB-A3191314A97E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02624512-0463-0592-3EAC-29BEBBADBC78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F665F51-0947-90D3-A37D-560805CD012B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8CED6FCE-B733-C11F-5E8C-FDA6779D405B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D383BD7C-3175-E7C7-F94D-77552F82495C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BF40E61-E684-A664-545D-6CD66D6E5F06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3B5F4309-284A-6BA9-55B1-7FDFDAC59FA5}"/>
              </a:ext>
            </a:extLst>
          </p:cNvPr>
          <p:cNvSpPr txBox="1"/>
          <p:nvPr/>
        </p:nvSpPr>
        <p:spPr>
          <a:xfrm>
            <a:off x="337176" y="463952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PAY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12243D-C2DF-7718-2FF9-5E81CCC3B483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01/02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09610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F861A-8A84-769E-1693-A7C6FF09B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6956F5-052F-DA22-1B80-8D37816474AA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3443B7-5D5F-818E-BAFD-B1BB6680088C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B2411-16B4-79F4-AD38-9358CA6377E4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AC6A30-4E6E-51AD-E5F6-96DC2FC78A25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6D56E57-3BA0-2885-1291-52DB8EDDDF95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4362228-6C7A-0C68-2AF2-66F2577E61EE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3DFC006E-0118-D11D-EC8E-90B6F53E776E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7B5F53F-AF44-BC5C-3E3D-F36CFAC9EC41}"/>
              </a:ext>
            </a:extLst>
          </p:cNvPr>
          <p:cNvSpPr txBox="1"/>
          <p:nvPr/>
        </p:nvSpPr>
        <p:spPr>
          <a:xfrm>
            <a:off x="265176" y="5224857"/>
            <a:ext cx="36663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Auto return to MainMenu in 5s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76D9229-8AF6-AA36-440A-711C791C36E8}"/>
              </a:ext>
            </a:extLst>
          </p:cNvPr>
          <p:cNvSpPr txBox="1"/>
          <p:nvPr/>
        </p:nvSpPr>
        <p:spPr>
          <a:xfrm>
            <a:off x="10222600" y="473348"/>
            <a:ext cx="1686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ItemUnavailable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B0359D3-EB4F-0C3E-7699-FA235C64D456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C2375BB-6AFC-1095-FF94-2041E46E2435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E86741FA-00B5-8763-25B8-179AD183B69D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B60CEBDB-C938-0156-FFE1-D8695624B728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53B6750-4827-3350-FAB3-CBE7F72FC725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B17C621-355F-5742-56AC-C0D7056D54F6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919570B3-29B1-98CE-2569-8AE5F42BB06B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46BD2F-E7ED-E901-D6A7-7423D43DE1E9}"/>
              </a:ext>
            </a:extLst>
          </p:cNvPr>
          <p:cNvSpPr txBox="1"/>
          <p:nvPr/>
        </p:nvSpPr>
        <p:spPr>
          <a:xfrm>
            <a:off x="1885831" y="2316519"/>
            <a:ext cx="5974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Sorry, this item is not for sale currently.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43813-9D20-73AA-80BD-1A10AF85854B}"/>
              </a:ext>
            </a:extLst>
          </p:cNvPr>
          <p:cNvSpPr txBox="1"/>
          <p:nvPr/>
        </p:nvSpPr>
        <p:spPr>
          <a:xfrm>
            <a:off x="3703633" y="2861356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Try again later…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82539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D6A2-513E-EA59-74D6-9AB432F54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676323-1678-64E8-5E2D-ED35D73F6922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1B01CB-5929-8307-F0DC-1E6403B48954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266CA-223C-26B3-43CD-8061BD0018BA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CACCCD-BD51-05BF-DCC9-61F4048ABE20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0AB4028-2017-6ECF-B389-0D89028E6343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65F0E90-7827-1507-C11D-1872D340C239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391F669F-C041-DF46-AC3E-7E2053D88D13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0F951E64-53FD-00E9-5741-DF1A411CA085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Waifu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7DD70AA-1548-39D3-A377-77C92E867E59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Games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05A2C7A-666C-9E8A-5F33-8A1667E47CED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Gigachad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646577D2-C6AA-0B43-E22B-F314A1F2CF55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Coca-Cola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DAAE95DD-95FC-BDE8-77CD-763ECF626BC0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AR-VR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4B812062-CE00-1DDF-D9EC-4BB4CFAC99D3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Films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31760A1A-B35E-1B54-D7A0-3B26ECC67A9D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WTF is this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08810721-F0FE-244B-3448-4925F21CD614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Heck, I know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9F20C6B9-6CCC-62FB-082A-3567B39DE37B}"/>
              </a:ext>
            </a:extLst>
          </p:cNvPr>
          <p:cNvSpPr txBox="1"/>
          <p:nvPr/>
        </p:nvSpPr>
        <p:spPr>
          <a:xfrm>
            <a:off x="265176" y="5224857"/>
            <a:ext cx="64524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the pointer around and select item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the ItemDetailPage[x]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go to PayPage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B43F9EEF-37DC-F1A2-16CA-A7751915C825}"/>
              </a:ext>
            </a:extLst>
          </p:cNvPr>
          <p:cNvSpPr txBox="1"/>
          <p:nvPr/>
        </p:nvSpPr>
        <p:spPr>
          <a:xfrm>
            <a:off x="10222600" y="473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MainMenu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47ADFBF-AFAA-2569-92F3-7268C5DE722E}"/>
              </a:ext>
            </a:extLst>
          </p:cNvPr>
          <p:cNvSpPr txBox="1"/>
          <p:nvPr/>
        </p:nvSpPr>
        <p:spPr>
          <a:xfrm>
            <a:off x="10222600" y="1116190"/>
            <a:ext cx="18437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Point at ID 1 if lastID is null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 16 item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B881B9BB-5C1F-CB2B-B3E4-C645B83BCE02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E5CA3D8A-CBF8-0D95-0C9D-ADA120F60651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688B02C6-D501-DDF8-A0FA-AF11FEA372B9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66BD2E7-B1BA-9C8F-2756-C909552F5A88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DB7DB09E-20CF-43FA-06D2-F08D80FABC0D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618EF30-FB23-752E-8F7D-8C4F06A9C2C7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12672665-7854-DC6A-1014-F3F95AB04EF3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3CBE1F15-A401-6E20-2B09-33D1F4688944}"/>
              </a:ext>
            </a:extLst>
          </p:cNvPr>
          <p:cNvSpPr txBox="1"/>
          <p:nvPr/>
        </p:nvSpPr>
        <p:spPr>
          <a:xfrm>
            <a:off x="337176" y="463952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PAY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DF610E-1D24-496D-221F-2B79487F09EE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02/02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69866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2A33-1B10-7AC6-BE22-2AF4E0304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D9896E-6D51-4CA6-76B7-D288282B157D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E9B574-909C-C681-355C-8B4FB43E7C5C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DFA605-8F47-7C5D-2E08-ADFB894896E6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1CDB7F-0C07-6AE1-FE22-86705A0C9DCA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0C0E445-8177-8516-62EC-4E317E57C911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0DAB8DC-778F-2485-0BC1-EDE094DA165A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FBE20A66-7470-2483-6985-B53D428BB4FF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247583B-C112-539C-47BD-3173670FD718}"/>
              </a:ext>
            </a:extLst>
          </p:cNvPr>
          <p:cNvSpPr txBox="1"/>
          <p:nvPr/>
        </p:nvSpPr>
        <p:spPr>
          <a:xfrm>
            <a:off x="265176" y="5139082"/>
            <a:ext cx="1087509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return to MainMenu with lastID = currID (ID = 10)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9 -&gt; input to ToBuy field, key pressed then enter quantity immediately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0 -&gt;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Quantity field validation: if (input &gt; available) || (input * item.price &gt; balance) then do nothing, else calculate Total</a:t>
            </a:r>
          </a:p>
          <a:p>
            <a:endParaRPr lang="en-US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7D2CC8B-51D3-20D2-6B4D-3BE6E7CBE2D8}"/>
              </a:ext>
            </a:extLst>
          </p:cNvPr>
          <p:cNvSpPr txBox="1"/>
          <p:nvPr/>
        </p:nvSpPr>
        <p:spPr>
          <a:xfrm>
            <a:off x="10222600" y="473348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ItemDetailPage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16119C-C3F4-FBBB-90F5-3A9421B57893}"/>
              </a:ext>
            </a:extLst>
          </p:cNvPr>
          <p:cNvSpPr txBox="1"/>
          <p:nvPr/>
        </p:nvSpPr>
        <p:spPr>
          <a:xfrm>
            <a:off x="10222600" y="1116190"/>
            <a:ext cx="122822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Name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Price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Cache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ToBuy: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84AA4A-5B20-272C-49D6-2FABC3B81920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C221AD-A414-8552-9BBF-BD3ECC268F45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68FDD2-D80B-6CD1-4D2E-9F07A3415FA5}"/>
              </a:ext>
            </a:extLst>
          </p:cNvPr>
          <p:cNvSpPr txBox="1"/>
          <p:nvPr/>
        </p:nvSpPr>
        <p:spPr>
          <a:xfrm>
            <a:off x="337176" y="463952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BACK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D5DAD8-90EB-2D63-0F39-11E71EE13AD9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2C9A1C-0812-0EA7-A6DC-E4CBC4485F5B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595CE7-3F45-04C1-F741-CCF20D1CF828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316566-8B45-AFC7-1775-471A7A17E9A7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49902C-3722-CF12-2F25-5598D0897B87}"/>
              </a:ext>
            </a:extLst>
          </p:cNvPr>
          <p:cNvSpPr txBox="1"/>
          <p:nvPr/>
        </p:nvSpPr>
        <p:spPr>
          <a:xfrm>
            <a:off x="7070073" y="4042871"/>
            <a:ext cx="2339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Maximum value: 9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A16B15-1843-4238-6B5A-50C348758F8E}"/>
              </a:ext>
            </a:extLst>
          </p:cNvPr>
          <p:cNvSpPr txBox="1"/>
          <p:nvPr/>
        </p:nvSpPr>
        <p:spPr>
          <a:xfrm>
            <a:off x="2472376" y="1111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no.: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34116A-DEE8-DE5B-D34A-EFFC10C6942F}"/>
              </a:ext>
            </a:extLst>
          </p:cNvPr>
          <p:cNvSpPr txBox="1"/>
          <p:nvPr/>
        </p:nvSpPr>
        <p:spPr>
          <a:xfrm>
            <a:off x="337176" y="4048864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Minimum value: 1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E2BDA3-F46F-D3D4-BBED-AF1C38C51795}"/>
              </a:ext>
            </a:extLst>
          </p:cNvPr>
          <p:cNvSpPr txBox="1"/>
          <p:nvPr/>
        </p:nvSpPr>
        <p:spPr>
          <a:xfrm>
            <a:off x="2472376" y="156285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Name: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4E9156-A22A-903B-C3E8-6389A37FBE14}"/>
              </a:ext>
            </a:extLst>
          </p:cNvPr>
          <p:cNvSpPr txBox="1"/>
          <p:nvPr/>
        </p:nvSpPr>
        <p:spPr>
          <a:xfrm>
            <a:off x="2472376" y="199951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Price: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5471AE-8D7B-F1D7-3EC5-4274C1940A0F}"/>
              </a:ext>
            </a:extLst>
          </p:cNvPr>
          <p:cNvSpPr txBox="1"/>
          <p:nvPr/>
        </p:nvSpPr>
        <p:spPr>
          <a:xfrm>
            <a:off x="2472376" y="2442138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Available: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EBB4D0-A83D-66A2-58EE-84F38FD3B2EA}"/>
              </a:ext>
            </a:extLst>
          </p:cNvPr>
          <p:cNvSpPr txBox="1"/>
          <p:nvPr/>
        </p:nvSpPr>
        <p:spPr>
          <a:xfrm>
            <a:off x="4361358" y="1124098"/>
            <a:ext cx="3470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E52310-4958-8D94-4459-2761EDBDCC7F}"/>
              </a:ext>
            </a:extLst>
          </p:cNvPr>
          <p:cNvSpPr txBox="1"/>
          <p:nvPr/>
        </p:nvSpPr>
        <p:spPr>
          <a:xfrm>
            <a:off x="4361358" y="1560764"/>
            <a:ext cx="3470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Coca-Cola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F9CB34-B0E7-8EBC-E053-FAE36B9D6B51}"/>
              </a:ext>
            </a:extLst>
          </p:cNvPr>
          <p:cNvSpPr txBox="1"/>
          <p:nvPr/>
        </p:nvSpPr>
        <p:spPr>
          <a:xfrm>
            <a:off x="8820553" y="2004761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CD927E-F1E9-842C-9B67-12A3031439BD}"/>
              </a:ext>
            </a:extLst>
          </p:cNvPr>
          <p:cNvSpPr txBox="1"/>
          <p:nvPr/>
        </p:nvSpPr>
        <p:spPr>
          <a:xfrm>
            <a:off x="8281944" y="244017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CB2F0E-E489-7823-7D7F-064F376747DA}"/>
              </a:ext>
            </a:extLst>
          </p:cNvPr>
          <p:cNvSpPr txBox="1"/>
          <p:nvPr/>
        </p:nvSpPr>
        <p:spPr>
          <a:xfrm>
            <a:off x="4361358" y="2004761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FBAAA-1906-1A7B-B2C9-978E950BD2CA}"/>
              </a:ext>
            </a:extLst>
          </p:cNvPr>
          <p:cNvSpPr txBox="1"/>
          <p:nvPr/>
        </p:nvSpPr>
        <p:spPr>
          <a:xfrm>
            <a:off x="4361358" y="2438144"/>
            <a:ext cx="347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18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C212F9-63BD-AE6B-5287-C041BBA86857}"/>
              </a:ext>
            </a:extLst>
          </p:cNvPr>
          <p:cNvSpPr/>
          <p:nvPr/>
        </p:nvSpPr>
        <p:spPr>
          <a:xfrm>
            <a:off x="337174" y="1115966"/>
            <a:ext cx="1656000" cy="16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9D792C-6BF3-2B2A-47F2-739B78E586A3}"/>
              </a:ext>
            </a:extLst>
          </p:cNvPr>
          <p:cNvSpPr txBox="1"/>
          <p:nvPr/>
        </p:nvSpPr>
        <p:spPr>
          <a:xfrm>
            <a:off x="337176" y="3028006"/>
            <a:ext cx="3147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quantity: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9C79C0-A793-17CC-A75B-45A06F8236F1}"/>
              </a:ext>
            </a:extLst>
          </p:cNvPr>
          <p:cNvSpPr/>
          <p:nvPr/>
        </p:nvSpPr>
        <p:spPr>
          <a:xfrm>
            <a:off x="6096000" y="3019897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3BD132-B505-7E06-45DA-8444AAAEA558}"/>
              </a:ext>
            </a:extLst>
          </p:cNvPr>
          <p:cNvSpPr txBox="1"/>
          <p:nvPr/>
        </p:nvSpPr>
        <p:spPr>
          <a:xfrm>
            <a:off x="8281944" y="303563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9B19C9-5F7B-47AA-067D-1421DDB59AF6}"/>
              </a:ext>
            </a:extLst>
          </p:cNvPr>
          <p:cNvSpPr/>
          <p:nvPr/>
        </p:nvSpPr>
        <p:spPr>
          <a:xfrm>
            <a:off x="265176" y="28758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4F47D6-957A-B449-7D76-76DA5268EAE5}"/>
              </a:ext>
            </a:extLst>
          </p:cNvPr>
          <p:cNvSpPr txBox="1"/>
          <p:nvPr/>
        </p:nvSpPr>
        <p:spPr>
          <a:xfrm>
            <a:off x="8012640" y="4639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KEY PRESS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27662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F65FF-A749-0215-6E9E-1D39C0FBF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4D244C-DF47-CE73-F7F0-B0ED8D5F232E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E38EB3-8C6E-41BC-7584-96BA7C3DFAD3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0061AC-D573-C061-5879-A0DD96121D21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1074E0-DD0A-5EEF-A8F1-A69B49F6D1F3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213AA4A-2F7F-333B-5001-2BEDC434B7B0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8A08E2D3-BAB7-9968-0A4A-2AE273E65B29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D5F6A734-8427-3AD5-BB59-89EB3F538CC0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7203A141-EBD3-E3D2-2605-914FD4C3B786}"/>
              </a:ext>
            </a:extLst>
          </p:cNvPr>
          <p:cNvSpPr txBox="1"/>
          <p:nvPr/>
        </p:nvSpPr>
        <p:spPr>
          <a:xfrm>
            <a:off x="265176" y="5224857"/>
            <a:ext cx="113992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confirm, if balance &gt; sub_total, return to MainMenu, balance -= sub_total, else (balance = sub_total), to PayPage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cancel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893F50B-040C-1769-4BD7-8DD808654DF9}"/>
              </a:ext>
            </a:extLst>
          </p:cNvPr>
          <p:cNvSpPr txBox="1"/>
          <p:nvPr/>
        </p:nvSpPr>
        <p:spPr>
          <a:xfrm>
            <a:off x="10222600" y="473348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ItemDetailPage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21478E-530F-0610-1E38-B4DCF1E0F162}"/>
              </a:ext>
            </a:extLst>
          </p:cNvPr>
          <p:cNvSpPr txBox="1"/>
          <p:nvPr/>
        </p:nvSpPr>
        <p:spPr>
          <a:xfrm>
            <a:off x="10222600" y="1116190"/>
            <a:ext cx="122822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ID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Name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Price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Item Cache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ToBuy: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BFFC2-8578-0EFC-E2A8-A4AB826D1B89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D95A53-6426-ABC8-C842-89010BD7E261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68858-B3EC-4E1C-361E-C17739E0C774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C3A8A5-2CC6-9EC4-E6C1-5A375D49DE21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C30882-FE0C-8320-13B2-49718E2860B1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F72304-3E60-3A05-7E69-D27B5F66E05A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45E48D-1DB1-5C6D-E0D1-C0077A54C239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67C889-763F-AFEB-E305-3C48EF938703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8CC9D8-DB0E-743A-75EB-B154AAF1CD42}"/>
              </a:ext>
            </a:extLst>
          </p:cNvPr>
          <p:cNvSpPr txBox="1"/>
          <p:nvPr/>
        </p:nvSpPr>
        <p:spPr>
          <a:xfrm>
            <a:off x="2472376" y="1111525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no.: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FC25B4-841E-D0A7-AA82-5E03CD8B108D}"/>
              </a:ext>
            </a:extLst>
          </p:cNvPr>
          <p:cNvSpPr txBox="1"/>
          <p:nvPr/>
        </p:nvSpPr>
        <p:spPr>
          <a:xfrm>
            <a:off x="2472376" y="1562852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Name: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591DC3-E0EC-542A-ED31-4DB695027A6B}"/>
              </a:ext>
            </a:extLst>
          </p:cNvPr>
          <p:cNvSpPr txBox="1"/>
          <p:nvPr/>
        </p:nvSpPr>
        <p:spPr>
          <a:xfrm>
            <a:off x="2472376" y="1999518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 Price: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67515A-4230-0CD5-62F3-509628513D11}"/>
              </a:ext>
            </a:extLst>
          </p:cNvPr>
          <p:cNvSpPr txBox="1"/>
          <p:nvPr/>
        </p:nvSpPr>
        <p:spPr>
          <a:xfrm>
            <a:off x="2472376" y="2442138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Available: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82678E-CB87-1221-E6B3-2565B0314748}"/>
              </a:ext>
            </a:extLst>
          </p:cNvPr>
          <p:cNvSpPr txBox="1"/>
          <p:nvPr/>
        </p:nvSpPr>
        <p:spPr>
          <a:xfrm>
            <a:off x="4361358" y="1124098"/>
            <a:ext cx="3470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209428-BB84-40B9-CB3F-667CC185E4A8}"/>
              </a:ext>
            </a:extLst>
          </p:cNvPr>
          <p:cNvSpPr txBox="1"/>
          <p:nvPr/>
        </p:nvSpPr>
        <p:spPr>
          <a:xfrm>
            <a:off x="4361358" y="1560764"/>
            <a:ext cx="3470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Coca-Cola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AE84D4-382F-148D-A11E-84E0C6E19257}"/>
              </a:ext>
            </a:extLst>
          </p:cNvPr>
          <p:cNvSpPr txBox="1"/>
          <p:nvPr/>
        </p:nvSpPr>
        <p:spPr>
          <a:xfrm>
            <a:off x="8820553" y="2004761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0DB214-8904-28D0-375F-2DD1B002E75D}"/>
              </a:ext>
            </a:extLst>
          </p:cNvPr>
          <p:cNvSpPr txBox="1"/>
          <p:nvPr/>
        </p:nvSpPr>
        <p:spPr>
          <a:xfrm>
            <a:off x="8281944" y="244017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DE0268-9510-C860-21CF-ECA2F9013499}"/>
              </a:ext>
            </a:extLst>
          </p:cNvPr>
          <p:cNvSpPr txBox="1"/>
          <p:nvPr/>
        </p:nvSpPr>
        <p:spPr>
          <a:xfrm>
            <a:off x="4361358" y="2004761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E10A55-859F-70BF-07EC-42543FDF6DDE}"/>
              </a:ext>
            </a:extLst>
          </p:cNvPr>
          <p:cNvSpPr txBox="1"/>
          <p:nvPr/>
        </p:nvSpPr>
        <p:spPr>
          <a:xfrm>
            <a:off x="4361358" y="2438144"/>
            <a:ext cx="347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18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376795A-947A-F793-D373-507A8315E40B}"/>
              </a:ext>
            </a:extLst>
          </p:cNvPr>
          <p:cNvSpPr/>
          <p:nvPr/>
        </p:nvSpPr>
        <p:spPr>
          <a:xfrm>
            <a:off x="337174" y="1115966"/>
            <a:ext cx="1656000" cy="16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28EA42-B717-BD51-88C3-53D2C52DB49E}"/>
              </a:ext>
            </a:extLst>
          </p:cNvPr>
          <p:cNvSpPr txBox="1"/>
          <p:nvPr/>
        </p:nvSpPr>
        <p:spPr>
          <a:xfrm>
            <a:off x="337176" y="3028006"/>
            <a:ext cx="3147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enter quantity: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A6DC2CF-3965-5D7A-4372-8DA01E2D92B2}"/>
              </a:ext>
            </a:extLst>
          </p:cNvPr>
          <p:cNvSpPr/>
          <p:nvPr/>
        </p:nvSpPr>
        <p:spPr>
          <a:xfrm>
            <a:off x="6096000" y="3019897"/>
            <a:ext cx="1719827" cy="398312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3C04C5-B10F-8A77-AEA9-CE570A3CAAA3}"/>
              </a:ext>
            </a:extLst>
          </p:cNvPr>
          <p:cNvSpPr txBox="1"/>
          <p:nvPr/>
        </p:nvSpPr>
        <p:spPr>
          <a:xfrm>
            <a:off x="8281944" y="3035633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item(s)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1B1A344-0EDA-3409-9E0B-0997A2F29432}"/>
              </a:ext>
            </a:extLst>
          </p:cNvPr>
          <p:cNvSpPr/>
          <p:nvPr/>
        </p:nvSpPr>
        <p:spPr>
          <a:xfrm>
            <a:off x="265176" y="2875897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6CD08B-7E9E-E0A1-D3F6-DF07F6A65402}"/>
              </a:ext>
            </a:extLst>
          </p:cNvPr>
          <p:cNvSpPr txBox="1"/>
          <p:nvPr/>
        </p:nvSpPr>
        <p:spPr>
          <a:xfrm>
            <a:off x="337176" y="4025871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Total: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5ADE2-6810-E198-5B43-0C8715AB558B}"/>
              </a:ext>
            </a:extLst>
          </p:cNvPr>
          <p:cNvSpPr txBox="1"/>
          <p:nvPr/>
        </p:nvSpPr>
        <p:spPr>
          <a:xfrm>
            <a:off x="8820553" y="4047753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C0CD53-C8C2-D0C1-6665-CD12A4C1FEC6}"/>
              </a:ext>
            </a:extLst>
          </p:cNvPr>
          <p:cNvSpPr txBox="1"/>
          <p:nvPr/>
        </p:nvSpPr>
        <p:spPr>
          <a:xfrm>
            <a:off x="4361358" y="4047753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25069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EAB00-B42E-995A-5A78-658F8F401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B42387-C112-FC05-3B48-D5204EE6A219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B6BD41-52BD-8397-D0C8-8E03BE4904B5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9C7CB5-6763-51CB-D766-43075CD2F7D2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315B6E-F345-239A-351A-A4B92604D61F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75AB477-AB7A-A479-63C9-ACF2B8421244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5ADAF740-DD35-CC63-5680-5AE66E8D79EB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8BED410C-CFE2-0A94-8D39-469171F37116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32768406-3BC2-796E-E3B6-62E14AE34966}"/>
              </a:ext>
            </a:extLst>
          </p:cNvPr>
          <p:cNvSpPr/>
          <p:nvPr/>
        </p:nvSpPr>
        <p:spPr>
          <a:xfrm>
            <a:off x="337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Waifu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4A3F1B37-6E62-C42D-4BC5-3FCF9E41A3AD}"/>
              </a:ext>
            </a:extLst>
          </p:cNvPr>
          <p:cNvSpPr/>
          <p:nvPr/>
        </p:nvSpPr>
        <p:spPr>
          <a:xfrm>
            <a:off x="7249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Games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691A7168-3B2D-B2BF-7B0B-DD4BB67EE16E}"/>
              </a:ext>
            </a:extLst>
          </p:cNvPr>
          <p:cNvSpPr/>
          <p:nvPr/>
        </p:nvSpPr>
        <p:spPr>
          <a:xfrm>
            <a:off x="4945176" y="1116190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Gigachad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C404431B-1EC3-0EFC-969A-B05B83817B45}"/>
              </a:ext>
            </a:extLst>
          </p:cNvPr>
          <p:cNvSpPr/>
          <p:nvPr/>
        </p:nvSpPr>
        <p:spPr>
          <a:xfrm>
            <a:off x="2641176" y="1116190"/>
            <a:ext cx="2160000" cy="158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206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Coca-Cola</a:t>
            </a:r>
            <a:endParaRPr lang="vi-VN" dirty="0">
              <a:solidFill>
                <a:srgbClr val="00206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9F25C44-773A-5CA1-9B2B-7852A88B7FC3}"/>
              </a:ext>
            </a:extLst>
          </p:cNvPr>
          <p:cNvSpPr/>
          <p:nvPr/>
        </p:nvSpPr>
        <p:spPr>
          <a:xfrm>
            <a:off x="337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AR-VR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8FC4229-96C9-91BC-0D9F-D5B83E1CC105}"/>
              </a:ext>
            </a:extLst>
          </p:cNvPr>
          <p:cNvSpPr/>
          <p:nvPr/>
        </p:nvSpPr>
        <p:spPr>
          <a:xfrm>
            <a:off x="2641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Films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AC0C4456-AB93-825B-49EB-647BD00A7966}"/>
              </a:ext>
            </a:extLst>
          </p:cNvPr>
          <p:cNvSpPr/>
          <p:nvPr/>
        </p:nvSpPr>
        <p:spPr>
          <a:xfrm>
            <a:off x="4945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WTF is this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11ACE8A-ED00-BF47-16E7-FB824E46CE0B}"/>
              </a:ext>
            </a:extLst>
          </p:cNvPr>
          <p:cNvSpPr/>
          <p:nvPr/>
        </p:nvSpPr>
        <p:spPr>
          <a:xfrm>
            <a:off x="7249176" y="2841858"/>
            <a:ext cx="2160000" cy="1584000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Heck, I know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02ACF34E-238C-8448-B953-8239C6836184}"/>
              </a:ext>
            </a:extLst>
          </p:cNvPr>
          <p:cNvSpPr txBox="1"/>
          <p:nvPr/>
        </p:nvSpPr>
        <p:spPr>
          <a:xfrm>
            <a:off x="265176" y="5224857"/>
            <a:ext cx="64524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move the pointer around and select item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enter the ItemDetailPage[x]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go to PayPage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3FF6D28-8B82-B853-62BF-A25B0B9BAB16}"/>
              </a:ext>
            </a:extLst>
          </p:cNvPr>
          <p:cNvSpPr txBox="1"/>
          <p:nvPr/>
        </p:nvSpPr>
        <p:spPr>
          <a:xfrm>
            <a:off x="10222600" y="473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MainMenu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07C4C1E-36EE-FBFC-940B-C0F8DECE852B}"/>
              </a:ext>
            </a:extLst>
          </p:cNvPr>
          <p:cNvSpPr txBox="1"/>
          <p:nvPr/>
        </p:nvSpPr>
        <p:spPr>
          <a:xfrm>
            <a:off x="10222600" y="1116190"/>
            <a:ext cx="18437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Initial: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Point at ID 1 if lastID is null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Initial 16 item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05ADC68E-D3A9-75A0-D6F3-E757752FDDAA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3AD4853-5452-ACC0-F832-C66ECD91C955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EF906049-4403-27E5-5621-A7FFEB253D12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E724C75-AD09-797E-0758-67AE506D363E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80.000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5A8622C9-29C6-E89C-D99B-0A1CD1CDCCDF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66E6E766-8394-89C3-F797-74EDE4DB42AA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29BA4630-3873-6E8B-A598-8C58BEEBE144}"/>
              </a:ext>
            </a:extLst>
          </p:cNvPr>
          <p:cNvSpPr txBox="1"/>
          <p:nvPr/>
        </p:nvSpPr>
        <p:spPr>
          <a:xfrm>
            <a:off x="8551249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BE94A0F8-D75A-93AF-E2B3-566E352C8E31}"/>
              </a:ext>
            </a:extLst>
          </p:cNvPr>
          <p:cNvSpPr txBox="1"/>
          <p:nvPr/>
        </p:nvSpPr>
        <p:spPr>
          <a:xfrm>
            <a:off x="337176" y="463952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PAY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1F2D0A-3626-6D95-59FB-D8191B708275}"/>
              </a:ext>
            </a:extLst>
          </p:cNvPr>
          <p:cNvSpPr txBox="1"/>
          <p:nvPr/>
        </p:nvSpPr>
        <p:spPr>
          <a:xfrm>
            <a:off x="4372213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02/02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83176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83FD7-C2BB-2E21-4DE8-EAC9ED50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983A55-DFE9-5A18-7AFC-4799CBA642E5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0EBBBD-9C47-67AD-B3F0-1C081F10A82D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53725-4969-CBE8-BE63-B4B73B0D3E1A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F58B66-05DB-08EB-1DF2-21EC64483D0E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E1DB5D1-6195-04AB-E14F-D415B624D78A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1571842-5A48-5D44-CB67-2BA2312FDAC4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75F7BB94-FE65-C0B9-F23C-73BE112D90B5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AF77652F-8F63-681A-77FC-C5DBE7493F9D}"/>
              </a:ext>
            </a:extLst>
          </p:cNvPr>
          <p:cNvSpPr txBox="1"/>
          <p:nvPr/>
        </p:nvSpPr>
        <p:spPr>
          <a:xfrm>
            <a:off x="265176" y="5066711"/>
            <a:ext cx="477246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let’s go to thanksPage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cancel paying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0 -&gt; cancel buying and go to confirmLeavingPage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BBC62CFD-5B1D-37B2-75B7-6DEAA4041600}"/>
              </a:ext>
            </a:extLst>
          </p:cNvPr>
          <p:cNvSpPr txBox="1"/>
          <p:nvPr/>
        </p:nvSpPr>
        <p:spPr>
          <a:xfrm>
            <a:off x="10222600" y="47334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PayPage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5F8501-14A2-4E7C-22C2-E2D9DDC931BA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A4F4A3-4C4A-F046-278E-2D2871ABF1B1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84B71F-752C-6C34-FABA-E1A04DC01A55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DF26EB-F529-0B4A-52A8-A8758BFB9678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F10C92-9CE7-6A6B-4BD0-33BF1662D6C1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788F77-AE95-8234-AEA7-40D319B0464A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80.000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C6AEE9-B54B-2775-2B08-DB56CD1BBCDD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214D22-5D75-DE11-120D-C89F17F97F0E}"/>
              </a:ext>
            </a:extLst>
          </p:cNvPr>
          <p:cNvSpPr txBox="1"/>
          <p:nvPr/>
        </p:nvSpPr>
        <p:spPr>
          <a:xfrm>
            <a:off x="337176" y="1761416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Total: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2FB620D-E5DA-89F4-9C1B-C60377004971}"/>
              </a:ext>
            </a:extLst>
          </p:cNvPr>
          <p:cNvSpPr/>
          <p:nvPr/>
        </p:nvSpPr>
        <p:spPr>
          <a:xfrm>
            <a:off x="265176" y="2980676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A5C9D0-DC34-B7F8-DD7F-2BC4F7B1BB08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11DB16-B597-9ABD-A1C3-8E5C1F495984}"/>
              </a:ext>
            </a:extLst>
          </p:cNvPr>
          <p:cNvSpPr txBox="1"/>
          <p:nvPr/>
        </p:nvSpPr>
        <p:spPr>
          <a:xfrm>
            <a:off x="8820553" y="1744198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1CBD9A-E4C9-7340-EB64-F0B6CA55912B}"/>
              </a:ext>
            </a:extLst>
          </p:cNvPr>
          <p:cNvSpPr txBox="1"/>
          <p:nvPr/>
        </p:nvSpPr>
        <p:spPr>
          <a:xfrm>
            <a:off x="4361358" y="1744198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9508E-FADC-B757-A47F-D2119AF01C5B}"/>
              </a:ext>
            </a:extLst>
          </p:cNvPr>
          <p:cNvSpPr txBox="1"/>
          <p:nvPr/>
        </p:nvSpPr>
        <p:spPr>
          <a:xfrm>
            <a:off x="337176" y="2513370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Change: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54B830-BD3B-C36F-7B41-A74999AAEE9F}"/>
              </a:ext>
            </a:extLst>
          </p:cNvPr>
          <p:cNvSpPr txBox="1"/>
          <p:nvPr/>
        </p:nvSpPr>
        <p:spPr>
          <a:xfrm>
            <a:off x="8820553" y="249615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EBF28A-1D15-EBEE-9D96-54DB2D211E44}"/>
              </a:ext>
            </a:extLst>
          </p:cNvPr>
          <p:cNvSpPr txBox="1"/>
          <p:nvPr/>
        </p:nvSpPr>
        <p:spPr>
          <a:xfrm>
            <a:off x="4361358" y="2496152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80.000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50D308-D851-A712-45F1-9B51928F29F3}"/>
              </a:ext>
            </a:extLst>
          </p:cNvPr>
          <p:cNvSpPr txBox="1"/>
          <p:nvPr/>
        </p:nvSpPr>
        <p:spPr>
          <a:xfrm>
            <a:off x="337175" y="3599762"/>
            <a:ext cx="7321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Press [DEL] to CANCEL payment and continue buying.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834622E-B851-8A69-A473-7B97D421992E}"/>
              </a:ext>
            </a:extLst>
          </p:cNvPr>
          <p:cNvSpPr txBox="1"/>
          <p:nvPr/>
        </p:nvSpPr>
        <p:spPr>
          <a:xfrm>
            <a:off x="337176" y="4058859"/>
            <a:ext cx="8021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Press [KEY 0] to CANCEL buying and collect all balance.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F31CBF-12E4-764F-C3B9-2BFBB748D632}"/>
              </a:ext>
            </a:extLst>
          </p:cNvPr>
          <p:cNvSpPr txBox="1"/>
          <p:nvPr/>
        </p:nvSpPr>
        <p:spPr>
          <a:xfrm>
            <a:off x="337176" y="3173423"/>
            <a:ext cx="6782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Press [ENTER] to CONFIRM payment.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660E0E-58D0-7A7B-8608-DA516808262B}"/>
              </a:ext>
            </a:extLst>
          </p:cNvPr>
          <p:cNvSpPr txBox="1"/>
          <p:nvPr/>
        </p:nvSpPr>
        <p:spPr>
          <a:xfrm>
            <a:off x="337176" y="113044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Receive: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0C21FB-8472-4B32-7A87-0C08FD3B98E7}"/>
              </a:ext>
            </a:extLst>
          </p:cNvPr>
          <p:cNvSpPr txBox="1"/>
          <p:nvPr/>
        </p:nvSpPr>
        <p:spPr>
          <a:xfrm>
            <a:off x="8820553" y="113569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97677B-CF6B-7D83-2E6A-4D626C8D9941}"/>
              </a:ext>
            </a:extLst>
          </p:cNvPr>
          <p:cNvSpPr txBox="1"/>
          <p:nvPr/>
        </p:nvSpPr>
        <p:spPr>
          <a:xfrm>
            <a:off x="4361358" y="1135699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9607A0F-A1E8-1C37-2776-2A3774CF5F88}"/>
              </a:ext>
            </a:extLst>
          </p:cNvPr>
          <p:cNvSpPr/>
          <p:nvPr/>
        </p:nvSpPr>
        <p:spPr>
          <a:xfrm>
            <a:off x="265176" y="1584223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76021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B755-0284-7761-AC6C-956A78196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E094906-4593-C8F0-97C6-D18F013AD625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7F2126-1E85-01F9-7FB8-9EDE295DDDA3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E77FA-B5CD-E8CE-9A94-518CDD2A973E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084C64-BF15-F9D0-AE84-75E123D8FD5B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37B0FFC-73E0-9665-FD17-4720E0BBAD97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9A6BB8D-C9F0-C471-48FC-A36F22B574B7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EA8BA6A-4647-6334-80FA-8C2FCF84A8E4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4D7A05A-6C8D-8396-B65A-E935B8D9A9D5}"/>
              </a:ext>
            </a:extLst>
          </p:cNvPr>
          <p:cNvSpPr txBox="1"/>
          <p:nvPr/>
        </p:nvSpPr>
        <p:spPr>
          <a:xfrm>
            <a:off x="265176" y="5139082"/>
            <a:ext cx="54954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close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close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close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close and return to MainMenu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AA1E536C-7C1A-19EC-E155-FCF7A4248AC6}"/>
              </a:ext>
            </a:extLst>
          </p:cNvPr>
          <p:cNvSpPr txBox="1"/>
          <p:nvPr/>
        </p:nvSpPr>
        <p:spPr>
          <a:xfrm>
            <a:off x="10222600" y="473348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thanksPage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BC539-B93B-6861-A04A-43240C91CF8F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4D98AA-8140-FD0E-065C-599C7BD9937C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9AFDD-FEBD-26AD-2704-09C54F5C6790}"/>
              </a:ext>
            </a:extLst>
          </p:cNvPr>
          <p:cNvSpPr txBox="1"/>
          <p:nvPr/>
        </p:nvSpPr>
        <p:spPr>
          <a:xfrm>
            <a:off x="337176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85A0CB-AEA3-60CA-1D49-600A07F59D73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1A4DFD-B758-D9D0-1EF8-EE18BA885859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C8C7B7-3D49-6C7B-D264-5884B8D18A00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315E02-A6EF-FC48-6801-75EA81C4F496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F40301-FA87-2B2E-D346-9485E1148D83}"/>
              </a:ext>
            </a:extLst>
          </p:cNvPr>
          <p:cNvSpPr txBox="1"/>
          <p:nvPr/>
        </p:nvSpPr>
        <p:spPr>
          <a:xfrm>
            <a:off x="337176" y="4047200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Change: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D84B3C-FE19-CEAA-13EA-2EB6C69A7584}"/>
              </a:ext>
            </a:extLst>
          </p:cNvPr>
          <p:cNvSpPr txBox="1"/>
          <p:nvPr/>
        </p:nvSpPr>
        <p:spPr>
          <a:xfrm>
            <a:off x="8820553" y="402998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7F2123-39FE-C3A8-E817-EAE7C4847E60}"/>
              </a:ext>
            </a:extLst>
          </p:cNvPr>
          <p:cNvSpPr txBox="1"/>
          <p:nvPr/>
        </p:nvSpPr>
        <p:spPr>
          <a:xfrm>
            <a:off x="4361358" y="4029982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80.000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EFAC6A-C8F1-D8E2-F9EA-1D0AB7AB5184}"/>
              </a:ext>
            </a:extLst>
          </p:cNvPr>
          <p:cNvSpPr txBox="1"/>
          <p:nvPr/>
        </p:nvSpPr>
        <p:spPr>
          <a:xfrm>
            <a:off x="2559081" y="1851761"/>
            <a:ext cx="4628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Thank you for using our products!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B13513-9C1E-E1F1-4128-ED72B696CB64}"/>
              </a:ext>
            </a:extLst>
          </p:cNvPr>
          <p:cNvSpPr/>
          <p:nvPr/>
        </p:nvSpPr>
        <p:spPr>
          <a:xfrm>
            <a:off x="265176" y="3447430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6EAD86-53AC-8013-22C9-AB07481340FC}"/>
              </a:ext>
            </a:extLst>
          </p:cNvPr>
          <p:cNvSpPr txBox="1"/>
          <p:nvPr/>
        </p:nvSpPr>
        <p:spPr>
          <a:xfrm>
            <a:off x="337176" y="3605868"/>
            <a:ext cx="664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remember to collect your change (if any)…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03D748-8B23-D5E8-1432-F49F612D3C80}"/>
              </a:ext>
            </a:extLst>
          </p:cNvPr>
          <p:cNvSpPr txBox="1"/>
          <p:nvPr/>
        </p:nvSpPr>
        <p:spPr>
          <a:xfrm>
            <a:off x="3703628" y="2315066"/>
            <a:ext cx="2339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Have a nice day!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6721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DBCA7-CA69-484D-CC6B-082655A09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CF9398-BF3D-C7F6-79A4-A2979247F4FA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79C68F-62F6-4A1A-1CF4-5A3EF59BF3B6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43BA3-4409-9E53-87AC-B1734CB9BCC0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B81219-6E0B-19B4-EE57-D5420C600FDE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1602589-B65D-50B6-3C20-5DF9D1E9B418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C66D592-BE49-F08F-DAF6-A170B45932D5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F61E20BD-B36D-BB0B-5037-CDB20806DABF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7908216-A796-9AB6-4CA5-2CFF2DDB7213}"/>
              </a:ext>
            </a:extLst>
          </p:cNvPr>
          <p:cNvSpPr txBox="1"/>
          <p:nvPr/>
        </p:nvSpPr>
        <p:spPr>
          <a:xfrm>
            <a:off x="265176" y="5139082"/>
            <a:ext cx="36663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do nothing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go to thanksPage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return to PayPage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do nothing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CCD310F2-B17B-F31D-C6B4-017468D08411}"/>
              </a:ext>
            </a:extLst>
          </p:cNvPr>
          <p:cNvSpPr txBox="1"/>
          <p:nvPr/>
        </p:nvSpPr>
        <p:spPr>
          <a:xfrm>
            <a:off x="10120598" y="473348"/>
            <a:ext cx="2039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confirmLeavingPage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C10C7-0C9D-899A-8BB2-82E89E2B2125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B08027-41A0-F4CE-3B01-D12EDDC1A72E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37BA0-5FDD-14F4-9011-C008F667E0EE}"/>
              </a:ext>
            </a:extLst>
          </p:cNvPr>
          <p:cNvSpPr txBox="1"/>
          <p:nvPr/>
        </p:nvSpPr>
        <p:spPr>
          <a:xfrm>
            <a:off x="337176" y="463952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A66C46-8500-F601-2D4D-1C8BFE5CE145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A38D93-4D64-A020-4EC9-D2A7A3B4D392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09C7FD-8011-0E58-7DA6-6F0FFA983457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CEEF07-82B4-6C3C-2EC6-34D20A1902B7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F37455-0A27-E0B7-B573-BB746AB8BC0E}"/>
              </a:ext>
            </a:extLst>
          </p:cNvPr>
          <p:cNvSpPr txBox="1"/>
          <p:nvPr/>
        </p:nvSpPr>
        <p:spPr>
          <a:xfrm>
            <a:off x="2020472" y="1776537"/>
            <a:ext cx="5705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Cancel buying and collect all money back?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54628-0D63-8654-7623-0004C40C58DC}"/>
              </a:ext>
            </a:extLst>
          </p:cNvPr>
          <p:cNvSpPr txBox="1"/>
          <p:nvPr/>
        </p:nvSpPr>
        <p:spPr>
          <a:xfrm>
            <a:off x="8281944" y="463952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CONFIRM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88AB7D-9176-D3C4-D342-52CCD9910438}"/>
              </a:ext>
            </a:extLst>
          </p:cNvPr>
          <p:cNvSpPr txBox="1"/>
          <p:nvPr/>
        </p:nvSpPr>
        <p:spPr>
          <a:xfrm>
            <a:off x="2782824" y="2204739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This action cannot be undone.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3500AD-4230-CFF1-0917-097C6707F6C6}"/>
              </a:ext>
            </a:extLst>
          </p:cNvPr>
          <p:cNvSpPr/>
          <p:nvPr/>
        </p:nvSpPr>
        <p:spPr>
          <a:xfrm>
            <a:off x="265176" y="3447430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C5066D-8D5A-37E4-617A-7E9BDCE07D10}"/>
              </a:ext>
            </a:extLst>
          </p:cNvPr>
          <p:cNvSpPr txBox="1"/>
          <p:nvPr/>
        </p:nvSpPr>
        <p:spPr>
          <a:xfrm>
            <a:off x="337176" y="4047200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Change: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A5D45E-0F53-B9F2-278A-142B761C9FCA}"/>
              </a:ext>
            </a:extLst>
          </p:cNvPr>
          <p:cNvSpPr txBox="1"/>
          <p:nvPr/>
        </p:nvSpPr>
        <p:spPr>
          <a:xfrm>
            <a:off x="8820553" y="402998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8DE140-23AF-564C-A160-0E76B0647C3A}"/>
              </a:ext>
            </a:extLst>
          </p:cNvPr>
          <p:cNvSpPr txBox="1"/>
          <p:nvPr/>
        </p:nvSpPr>
        <p:spPr>
          <a:xfrm>
            <a:off x="4361358" y="4029982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4EDE3D-47C8-D925-AC06-EB5B41674CB5}"/>
              </a:ext>
            </a:extLst>
          </p:cNvPr>
          <p:cNvSpPr txBox="1"/>
          <p:nvPr/>
        </p:nvSpPr>
        <p:spPr>
          <a:xfrm>
            <a:off x="337176" y="3623086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Total: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7A1E04-2629-0360-3679-85E597DD3D9C}"/>
              </a:ext>
            </a:extLst>
          </p:cNvPr>
          <p:cNvSpPr txBox="1"/>
          <p:nvPr/>
        </p:nvSpPr>
        <p:spPr>
          <a:xfrm>
            <a:off x="8820553" y="3605868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1C4885-9897-C9FC-8C7D-F48A3D2F5759}"/>
              </a:ext>
            </a:extLst>
          </p:cNvPr>
          <p:cNvSpPr txBox="1"/>
          <p:nvPr/>
        </p:nvSpPr>
        <p:spPr>
          <a:xfrm>
            <a:off x="4361358" y="3605868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10479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3EE21-CF7B-F17C-5B44-E271F5454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F0E35F-A838-10B6-219C-389A97649701}"/>
              </a:ext>
            </a:extLst>
          </p:cNvPr>
          <p:cNvSpPr/>
          <p:nvPr/>
        </p:nvSpPr>
        <p:spPr>
          <a:xfrm>
            <a:off x="265176" y="468191"/>
            <a:ext cx="9216000" cy="460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0C49BE-8E1D-0877-4B1D-46E8215C87B9}"/>
              </a:ext>
            </a:extLst>
          </p:cNvPr>
          <p:cNvSpPr/>
          <p:nvPr/>
        </p:nvSpPr>
        <p:spPr>
          <a:xfrm>
            <a:off x="9704317" y="468191"/>
            <a:ext cx="72000" cy="460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F0DD17-093E-CF50-CFF5-249F6C030FCB}"/>
              </a:ext>
            </a:extLst>
          </p:cNvPr>
          <p:cNvSpPr txBox="1"/>
          <p:nvPr/>
        </p:nvSpPr>
        <p:spPr>
          <a:xfrm>
            <a:off x="9481176" y="98859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1px</a:t>
            </a:r>
            <a:endParaRPr lang="vi-VN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A92879-C6D6-FCDF-9A79-1198AADC52CB}"/>
              </a:ext>
            </a:extLst>
          </p:cNvPr>
          <p:cNvSpPr/>
          <p:nvPr/>
        </p:nvSpPr>
        <p:spPr>
          <a:xfrm>
            <a:off x="265176" y="247525"/>
            <a:ext cx="9216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DD7E412-C9CF-9A84-AA3A-946D00216434}"/>
              </a:ext>
            </a:extLst>
          </p:cNvPr>
          <p:cNvSpPr/>
          <p:nvPr/>
        </p:nvSpPr>
        <p:spPr>
          <a:xfrm>
            <a:off x="265176" y="972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CABBB06-3B61-EFC4-BDA8-0AC160234F8C}"/>
              </a:ext>
            </a:extLst>
          </p:cNvPr>
          <p:cNvSpPr/>
          <p:nvPr/>
        </p:nvSpPr>
        <p:spPr>
          <a:xfrm>
            <a:off x="265176" y="4500191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5CAED5A1-DFF8-A63C-B517-20590E7F0175}"/>
              </a:ext>
            </a:extLst>
          </p:cNvPr>
          <p:cNvSpPr/>
          <p:nvPr/>
        </p:nvSpPr>
        <p:spPr>
          <a:xfrm>
            <a:off x="337176" y="1116191"/>
            <a:ext cx="9072000" cy="331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C14CFA52-D725-B93B-F993-7B5A6406E2CC}"/>
              </a:ext>
            </a:extLst>
          </p:cNvPr>
          <p:cNvSpPr txBox="1"/>
          <p:nvPr/>
        </p:nvSpPr>
        <p:spPr>
          <a:xfrm>
            <a:off x="10222600" y="473348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thanksPage</a:t>
            </a:r>
            <a:endParaRPr lang="vi-VN" dirty="0"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FD1BF5-ACEE-87D9-37A7-B8A8C2CB85A4}"/>
              </a:ext>
            </a:extLst>
          </p:cNvPr>
          <p:cNvSpPr txBox="1"/>
          <p:nvPr/>
        </p:nvSpPr>
        <p:spPr>
          <a:xfrm>
            <a:off x="337176" y="53552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HH:MM:SS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E5EC16-B613-A23B-0294-7775CAA051D9}"/>
              </a:ext>
            </a:extLst>
          </p:cNvPr>
          <p:cNvSpPr/>
          <p:nvPr/>
        </p:nvSpPr>
        <p:spPr>
          <a:xfrm>
            <a:off x="9092527" y="540191"/>
            <a:ext cx="31665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811315-0292-6B74-BE1C-1A1693E95235}"/>
              </a:ext>
            </a:extLst>
          </p:cNvPr>
          <p:cNvSpPr txBox="1"/>
          <p:nvPr/>
        </p:nvSpPr>
        <p:spPr>
          <a:xfrm>
            <a:off x="337176" y="4639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CLOSE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AD640C-465F-C832-25F1-2E7261CA120C}"/>
              </a:ext>
            </a:extLst>
          </p:cNvPr>
          <p:cNvSpPr txBox="1"/>
          <p:nvPr/>
        </p:nvSpPr>
        <p:spPr>
          <a:xfrm>
            <a:off x="8158286" y="53552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XXX %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6357CC-EAD9-25A5-7E4C-C74330675224}"/>
              </a:ext>
            </a:extLst>
          </p:cNvPr>
          <p:cNvSpPr txBox="1"/>
          <p:nvPr/>
        </p:nvSpPr>
        <p:spPr>
          <a:xfrm>
            <a:off x="3099474" y="53108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Balance: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74968D-355F-5B9D-BCEE-9E4B17048C4C}"/>
              </a:ext>
            </a:extLst>
          </p:cNvPr>
          <p:cNvSpPr txBox="1"/>
          <p:nvPr/>
        </p:nvSpPr>
        <p:spPr>
          <a:xfrm>
            <a:off x="4361358" y="531082"/>
            <a:ext cx="15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CB7E98-9B62-D980-212C-E43F9AA605AA}"/>
              </a:ext>
            </a:extLst>
          </p:cNvPr>
          <p:cNvSpPr txBox="1"/>
          <p:nvPr/>
        </p:nvSpPr>
        <p:spPr>
          <a:xfrm>
            <a:off x="5863529" y="5310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4D52AD-B554-609B-274E-2D44B31A12F5}"/>
              </a:ext>
            </a:extLst>
          </p:cNvPr>
          <p:cNvSpPr txBox="1"/>
          <p:nvPr/>
        </p:nvSpPr>
        <p:spPr>
          <a:xfrm>
            <a:off x="337176" y="4047200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Change: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D3C11A-B1B1-3090-9EBC-1DC3B1099983}"/>
              </a:ext>
            </a:extLst>
          </p:cNvPr>
          <p:cNvSpPr txBox="1"/>
          <p:nvPr/>
        </p:nvSpPr>
        <p:spPr>
          <a:xfrm>
            <a:off x="8820553" y="4029982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VND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AF7100-B111-1E23-4885-1346EC301413}"/>
              </a:ext>
            </a:extLst>
          </p:cNvPr>
          <p:cNvSpPr txBox="1"/>
          <p:nvPr/>
        </p:nvSpPr>
        <p:spPr>
          <a:xfrm>
            <a:off x="4361358" y="4029982"/>
            <a:ext cx="3470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100.000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35ABD7-23FA-2A04-9A84-F2A3FD64584E}"/>
              </a:ext>
            </a:extLst>
          </p:cNvPr>
          <p:cNvSpPr txBox="1"/>
          <p:nvPr/>
        </p:nvSpPr>
        <p:spPr>
          <a:xfrm>
            <a:off x="2963044" y="1851761"/>
            <a:ext cx="3820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We are sorry to see you go.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C70070-55DB-99F2-E7F1-9CF86AEDB042}"/>
              </a:ext>
            </a:extLst>
          </p:cNvPr>
          <p:cNvSpPr/>
          <p:nvPr/>
        </p:nvSpPr>
        <p:spPr>
          <a:xfrm>
            <a:off x="265176" y="3447430"/>
            <a:ext cx="9216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3D8195-C4DB-5CA1-903A-6D884A2DC4FE}"/>
              </a:ext>
            </a:extLst>
          </p:cNvPr>
          <p:cNvSpPr txBox="1"/>
          <p:nvPr/>
        </p:nvSpPr>
        <p:spPr>
          <a:xfrm>
            <a:off x="337176" y="3605868"/>
            <a:ext cx="664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Please remember to collect your change (if any)…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E302FF-328A-7CC6-DBF8-08FF08CA251D}"/>
              </a:ext>
            </a:extLst>
          </p:cNvPr>
          <p:cNvSpPr txBox="1"/>
          <p:nvPr/>
        </p:nvSpPr>
        <p:spPr>
          <a:xfrm>
            <a:off x="3703628" y="2315066"/>
            <a:ext cx="2339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Have a nice day!</a:t>
            </a:r>
            <a:endParaRPr lang="vi-VN" dirty="0"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6D2F85-32AF-7AD1-5587-362E9E19875B}"/>
              </a:ext>
            </a:extLst>
          </p:cNvPr>
          <p:cNvSpPr txBox="1"/>
          <p:nvPr/>
        </p:nvSpPr>
        <p:spPr>
          <a:xfrm>
            <a:off x="265176" y="5139082"/>
            <a:ext cx="54954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Cascadia Code" panose="020B0609020000020004" pitchFamily="49" charset="0"/>
              </a:rPr>
              <a:t>UP, DOWN, LEFT, RIGHT -&gt; close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ENTER -&gt; close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DELETE -&gt; close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1, 2, 3, 4, 5, 6, 7, 8, 9, 0 -&gt; close and return to MainMenu</a:t>
            </a:r>
          </a:p>
          <a:p>
            <a:r>
              <a:rPr lang="en-US" dirty="0">
                <a:latin typeface="+mj-lt"/>
                <a:cs typeface="Cascadia Code" panose="020B0609020000020004" pitchFamily="49" charset="0"/>
              </a:rPr>
              <a:t>Auto return to MainMenu after 10s</a:t>
            </a:r>
          </a:p>
        </p:txBody>
      </p:sp>
    </p:spTree>
    <p:extLst>
      <p:ext uri="{BB962C8B-B14F-4D97-AF65-F5344CB8AC3E}">
        <p14:creationId xmlns:p14="http://schemas.microsoft.com/office/powerpoint/2010/main" val="4095979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4918</Words>
  <Application>Microsoft Office PowerPoint</Application>
  <PresentationFormat>Widescreen</PresentationFormat>
  <Paragraphs>1001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Cascadia Code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3</cp:revision>
  <cp:lastPrinted>2025-11-02T09:48:14Z</cp:lastPrinted>
  <dcterms:created xsi:type="dcterms:W3CDTF">2025-11-02T06:40:35Z</dcterms:created>
  <dcterms:modified xsi:type="dcterms:W3CDTF">2025-11-02T13:50:05Z</dcterms:modified>
</cp:coreProperties>
</file>